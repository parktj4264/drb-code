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E22D-F941-4156-A001-D20DD8FDA104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425DC6-D927-40BA-AABB-29792EC49B1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6342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https://news.samsung.com/es/imagenes-logotipo-samsung (Samsung official newsroom wordmark asset)</a:t>
            </a:r>
          </a:p>
          <a:p>
            <a:r>
              <a:rPr lang="en-US" altLang="ko-KR"/>
              <a:t>- Corporate layout measurements supplied by the user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425DC6-D927-40BA-AABB-29792EC49B1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2351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 wrap="none" lIns="0" tIns="0" rIns="0" bIns="0" anchor="ctr">
            <a:noAutofit/>
          </a:bodyPr>
          <a:lstStyle>
            <a:lvl1pPr algn="l">
              <a:defRPr sz="2800" b="1">
                <a:solidFill>
                  <a:srgbClr val="11111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슬라이드 제목</a:t>
            </a:r>
            <a:endParaRPr lang="en-US"/>
          </a:p>
        </p:txBody>
      </p:sp>
      <p:sp>
        <p:nvSpPr>
          <p:cNvPr id="3" name="DRB_Body_Placeholder"/>
          <p:cNvSpPr>
            <a:spLocks noGrp="1"/>
          </p:cNvSpPr>
          <p:nvPr>
            <p:ph idx="1" hasCustomPrompt="1"/>
          </p:nvPr>
        </p:nvSpPr>
        <p:spPr>
          <a:xfrm>
            <a:off x="270000" y="943200"/>
            <a:ext cx="11520000" cy="583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buFontTx/>
              <a:buNone/>
              <a:defRPr sz="1300" b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■ 본문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DRB_Divider">
            <a:extLst>
              <a:ext uri="{FF2B5EF4-FFF2-40B4-BE49-F238E27FC236}">
                <a16:creationId xmlns:a16="http://schemas.microsoft.com/office/drawing/2014/main" id="{6D198FB5-2C2E-6433-70CD-E9732C4D68C8}"/>
              </a:ext>
            </a:extLst>
          </p:cNvPr>
          <p:cNvCxnSpPr/>
          <p:nvPr userDrawn="1"/>
        </p:nvCxnSpPr>
        <p:spPr>
          <a:xfrm>
            <a:off x="336000" y="903600"/>
            <a:ext cx="11520000" cy="0"/>
          </a:xfrm>
          <a:prstGeom prst="line">
            <a:avLst/>
          </a:prstGeom>
          <a:ln w="6350">
            <a:solidFill>
              <a:srgbClr val="B7B7B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0000" dir="5400000" rotWithShape="0">
                    <a:srgbClr val="000000">
                      <a:alpha val="38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DRB_Samsung_Logo">
            <a:extLst>
              <a:ext uri="{FF2B5EF4-FFF2-40B4-BE49-F238E27FC236}">
                <a16:creationId xmlns:a16="http://schemas.microsoft.com/office/drawing/2014/main" id="{E595D573-1678-7A0D-5560-1618FDE4C11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716000" y="360000"/>
            <a:ext cx="1162800" cy="198000"/>
          </a:xfrm>
          <a:prstGeom prst="rect">
            <a:avLst/>
          </a:prstGeom>
        </p:spPr>
      </p:pic>
      <p:sp>
        <p:nvSpPr>
          <p:cNvPr id="10" name="DRB_Footer_Message">
            <a:extLst>
              <a:ext uri="{FF2B5EF4-FFF2-40B4-BE49-F238E27FC236}">
                <a16:creationId xmlns:a16="http://schemas.microsoft.com/office/drawing/2014/main" id="{9E7B8FAD-DAA3-690C-7B7D-865BF8591144}"/>
              </a:ext>
            </a:extLst>
          </p:cNvPr>
          <p:cNvSpPr txBox="1"/>
          <p:nvPr userDrawn="1"/>
        </p:nvSpPr>
        <p:spPr>
          <a:xfrm>
            <a:off x="439200" y="6462000"/>
            <a:ext cx="2448000" cy="198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l"/>
            <a:r>
              <a:rPr lang="ko-KR" altLang="en-US" sz="1200" b="0">
                <a:solidFill>
                  <a:srgbClr val="A6A6A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함께 성장하는 행복한 메모리사업부</a:t>
            </a:r>
          </a:p>
        </p:txBody>
      </p:sp>
      <p:sp>
        <p:nvSpPr>
          <p:cNvPr id="11" name="DRB_Confidential">
            <a:extLst>
              <a:ext uri="{FF2B5EF4-FFF2-40B4-BE49-F238E27FC236}">
                <a16:creationId xmlns:a16="http://schemas.microsoft.com/office/drawing/2014/main" id="{9F399E75-B9CE-5940-1934-24EA33AB0E46}"/>
              </a:ext>
            </a:extLst>
          </p:cNvPr>
          <p:cNvSpPr txBox="1"/>
          <p:nvPr userDrawn="1"/>
        </p:nvSpPr>
        <p:spPr>
          <a:xfrm>
            <a:off x="10842000" y="6422400"/>
            <a:ext cx="1152000" cy="237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ko-KR" sz="1200" b="1">
                <a:solidFill>
                  <a:srgbClr val="E17D7D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Confidential</a:t>
            </a:r>
            <a:endParaRPr lang="ko-KR" altLang="en-US" sz="1200" b="1">
              <a:solidFill>
                <a:srgbClr val="E17D7D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 wrap="none" lIns="0" tIns="0" rIns="0" bIns="0" anchor="ctr">
            <a:noAutofit/>
          </a:bodyPr>
          <a:lstStyle>
            <a:lvl1pPr algn="l">
              <a:defRPr sz="2800" b="1">
                <a:solidFill>
                  <a:srgbClr val="11111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슬라이드 제목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DRB_Divider">
            <a:extLst>
              <a:ext uri="{FF2B5EF4-FFF2-40B4-BE49-F238E27FC236}">
                <a16:creationId xmlns:a16="http://schemas.microsoft.com/office/drawing/2014/main" id="{5C423C6B-BE15-4EE8-B26F-1A8F2401861F}"/>
              </a:ext>
            </a:extLst>
          </p:cNvPr>
          <p:cNvCxnSpPr/>
          <p:nvPr userDrawn="1"/>
        </p:nvCxnSpPr>
        <p:spPr>
          <a:xfrm>
            <a:off x="336000" y="903600"/>
            <a:ext cx="11520000" cy="0"/>
          </a:xfrm>
          <a:prstGeom prst="line">
            <a:avLst/>
          </a:prstGeom>
          <a:ln w="6350">
            <a:solidFill>
              <a:srgbClr val="B7B7B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0000" dir="5400000" rotWithShape="0">
                    <a:srgbClr val="000000">
                      <a:alpha val="38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DRB_Samsung_Logo">
            <a:extLst>
              <a:ext uri="{FF2B5EF4-FFF2-40B4-BE49-F238E27FC236}">
                <a16:creationId xmlns:a16="http://schemas.microsoft.com/office/drawing/2014/main" id="{D958198B-4F1F-0A9A-A41F-6FA05FC3CF6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716000" y="360000"/>
            <a:ext cx="1162800" cy="198000"/>
          </a:xfrm>
          <a:prstGeom prst="rect">
            <a:avLst/>
          </a:prstGeom>
        </p:spPr>
      </p:pic>
      <p:sp>
        <p:nvSpPr>
          <p:cNvPr id="9" name="DRB_Footer_Message">
            <a:extLst>
              <a:ext uri="{FF2B5EF4-FFF2-40B4-BE49-F238E27FC236}">
                <a16:creationId xmlns:a16="http://schemas.microsoft.com/office/drawing/2014/main" id="{C90DABC8-4AD9-6A58-EC87-52C455740A0F}"/>
              </a:ext>
            </a:extLst>
          </p:cNvPr>
          <p:cNvSpPr txBox="1"/>
          <p:nvPr userDrawn="1"/>
        </p:nvSpPr>
        <p:spPr>
          <a:xfrm>
            <a:off x="439200" y="6462000"/>
            <a:ext cx="2448000" cy="198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l"/>
            <a:r>
              <a:rPr lang="ko-KR" altLang="en-US" sz="1200" b="0">
                <a:solidFill>
                  <a:srgbClr val="A6A6A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함께 성장하는 행복한 메모리사업부</a:t>
            </a:r>
          </a:p>
        </p:txBody>
      </p:sp>
      <p:sp>
        <p:nvSpPr>
          <p:cNvPr id="10" name="DRB_Confidential">
            <a:extLst>
              <a:ext uri="{FF2B5EF4-FFF2-40B4-BE49-F238E27FC236}">
                <a16:creationId xmlns:a16="http://schemas.microsoft.com/office/drawing/2014/main" id="{298B1028-FFE7-D7AF-BBA9-8B2607B45835}"/>
              </a:ext>
            </a:extLst>
          </p:cNvPr>
          <p:cNvSpPr txBox="1"/>
          <p:nvPr userDrawn="1"/>
        </p:nvSpPr>
        <p:spPr>
          <a:xfrm>
            <a:off x="10842000" y="6422400"/>
            <a:ext cx="1152000" cy="237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ko-KR" sz="1200" b="1">
                <a:solidFill>
                  <a:srgbClr val="E17D7D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Confidential</a:t>
            </a:r>
            <a:endParaRPr lang="ko-KR" altLang="en-US" sz="1200" b="1">
              <a:solidFill>
                <a:srgbClr val="E17D7D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DRB_Body_Placeholder">
            <a:extLst>
              <a:ext uri="{FF2B5EF4-FFF2-40B4-BE49-F238E27FC236}">
                <a16:creationId xmlns:a16="http://schemas.microsoft.com/office/drawing/2014/main" id="{E155BF77-A51A-D56F-58EB-6AD12F6E229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buFontTx/>
              <a:buNone/>
              <a:defRPr sz="1300" b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■ 본문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3DC396-DA84-3DE2-5DA2-24A9ABBD6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[DM] Data Review Board Auto Report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EF82D1-D092-C46D-C9A9-3C7E08FF1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■ REF: Reference / TARGET: Target | Threshold: 0.5</a:t>
            </a:r>
          </a:p>
          <a:p>
            <a:r>
              <a:rPr lang="en-US" altLang="ko-KR"/>
              <a:t>■ Category: Sample | Showing MSR 1-8 of 8</a:t>
            </a:r>
            <a:endParaRPr lang="ko-KR" altLang="en-US"/>
          </a:p>
        </p:txBody>
      </p:sp>
      <p:sp>
        <p:nvSpPr>
          <p:cNvPr id="4" name="DRB_Affiliation_Sample">
            <a:extLst>
              <a:ext uri="{FF2B5EF4-FFF2-40B4-BE49-F238E27FC236}">
                <a16:creationId xmlns:a16="http://schemas.microsoft.com/office/drawing/2014/main" id="{8100EAB6-C37E-A01D-88D2-26A953BFFEF2}"/>
              </a:ext>
            </a:extLst>
          </p:cNvPr>
          <p:cNvSpPr txBox="1"/>
          <p:nvPr/>
        </p:nvSpPr>
        <p:spPr>
          <a:xfrm>
            <a:off x="8267999" y="6451200"/>
            <a:ext cx="2520000" cy="237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ko-KR" sz="1200">
                <a:solidFill>
                  <a:srgbClr val="7F7F7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Flash PE</a:t>
            </a:r>
            <a:r>
              <a:rPr lang="ko-KR" altLang="en-US" sz="1200">
                <a:solidFill>
                  <a:srgbClr val="7F7F7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lang="en-US" altLang="ko-KR" sz="1200">
                <a:solidFill>
                  <a:srgbClr val="7F7F7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200">
                <a:solidFill>
                  <a:srgbClr val="7F7F7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홍길동</a:t>
            </a:r>
          </a:p>
        </p:txBody>
      </p:sp>
    </p:spTree>
    <p:extLst>
      <p:ext uri="{BB962C8B-B14F-4D97-AF65-F5344CB8AC3E}">
        <p14:creationId xmlns:p14="http://schemas.microsoft.com/office/powerpoint/2010/main" val="39271362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69</Words>
  <Application>Microsoft Office PowerPoint</Application>
  <PresentationFormat>와이드스크린</PresentationFormat>
  <Paragraphs>9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Calibri</vt:lpstr>
      <vt:lpstr>Office Theme</vt:lpstr>
      <vt:lpstr>[DM] Data Review Board Auto Report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[DM] Data Review Board Auto Report</dc:title>
  <dc:subject/>
  <dc:creator/>
  <cp:keywords/>
  <dc:description>generated using python-pptx</dc:description>
  <cp:lastModifiedBy>taejun park</cp:lastModifiedBy>
  <cp:revision>2</cp:revision>
  <dcterms:created xsi:type="dcterms:W3CDTF">2013-01-27T09:14:16Z</dcterms:created>
  <dcterms:modified xsi:type="dcterms:W3CDTF">2026-07-29T11:50:43Z</dcterms:modified>
  <cp:category/>
</cp:coreProperties>
</file>