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E22D-F941-4156-A001-D20DD8FDA104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25DC6-D927-40BA-AABB-29792EC49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34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[Sources]</a:t>
            </a:r>
          </a:p>
          <a:p>
            <a:r>
              <a:rPr lang="en-US" altLang="ko-KR"/>
              <a:t>- https://news.samsung.com/es/imagenes-logotipo-samsung (Samsung official newsroom wordmark asset)</a:t>
            </a:r>
          </a:p>
          <a:p>
            <a:r>
              <a:rPr lang="en-US" altLang="ko-KR"/>
              <a:t>- Corporate layout measurements supplied by the user</a:t>
            </a:r>
          </a:p>
          <a:p>
            <a:r>
              <a:rPr lang="en-US" altLang="ko-KR"/>
              <a:t>[/Sources]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25DC6-D927-40BA-AABB-29792EC49B1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75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 wrap="none" lIns="0" tIns="0" rIns="0" bIns="0" anchor="ctr">
            <a:noAutofit/>
          </a:bodyPr>
          <a:lstStyle>
            <a:lvl1pPr algn="l">
              <a:defRPr sz="28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슬라이드 제목</a:t>
            </a:r>
            <a:endParaRPr lang="en-US"/>
          </a:p>
        </p:txBody>
      </p:sp>
      <p:sp>
        <p:nvSpPr>
          <p:cNvPr id="3" name="DRB_Body_Placeholder"/>
          <p:cNvSpPr>
            <a:spLocks noGrp="1"/>
          </p:cNvSpPr>
          <p:nvPr>
            <p:ph idx="1" hasCustomPrompt="1"/>
          </p:nvPr>
        </p:nvSpPr>
        <p:spPr>
          <a:xfrm>
            <a:off x="270000" y="943200"/>
            <a:ext cx="11520000" cy="583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buFontTx/>
              <a:buNone/>
              <a:defRPr sz="13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■ 본문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DRB_Divider">
            <a:extLst>
              <a:ext uri="{FF2B5EF4-FFF2-40B4-BE49-F238E27FC236}">
                <a16:creationId xmlns:a16="http://schemas.microsoft.com/office/drawing/2014/main" id="{56B9C05E-96DE-C606-E94C-2073B80F8DE6}"/>
              </a:ext>
            </a:extLst>
          </p:cNvPr>
          <p:cNvCxnSpPr/>
          <p:nvPr userDrawn="1"/>
        </p:nvCxnSpPr>
        <p:spPr>
          <a:xfrm>
            <a:off x="336000" y="903600"/>
            <a:ext cx="11520000" cy="0"/>
          </a:xfrm>
          <a:prstGeom prst="line">
            <a:avLst/>
          </a:prstGeom>
          <a:ln w="6350">
            <a:solidFill>
              <a:srgbClr val="B7B7B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DRB_Samsung_Logo">
            <a:extLst>
              <a:ext uri="{FF2B5EF4-FFF2-40B4-BE49-F238E27FC236}">
                <a16:creationId xmlns:a16="http://schemas.microsoft.com/office/drawing/2014/main" id="{E0CD44E5-E9D7-8D84-782F-DC6CFC89B21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6000" y="360000"/>
            <a:ext cx="1162800" cy="198000"/>
          </a:xfrm>
          <a:prstGeom prst="rect">
            <a:avLst/>
          </a:prstGeom>
        </p:spPr>
      </p:pic>
      <p:sp>
        <p:nvSpPr>
          <p:cNvPr id="14" name="DRB_Footer_Message">
            <a:extLst>
              <a:ext uri="{FF2B5EF4-FFF2-40B4-BE49-F238E27FC236}">
                <a16:creationId xmlns:a16="http://schemas.microsoft.com/office/drawing/2014/main" id="{09F0CB29-D2DE-4D53-11FC-12393E653311}"/>
              </a:ext>
            </a:extLst>
          </p:cNvPr>
          <p:cNvSpPr txBox="1"/>
          <p:nvPr userDrawn="1"/>
        </p:nvSpPr>
        <p:spPr>
          <a:xfrm>
            <a:off x="439200" y="6462000"/>
            <a:ext cx="2448000" cy="19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/>
            <a:r>
              <a:rPr lang="ko-KR" altLang="en-US" sz="1200" b="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성장하는 행복한 메모리사업부</a:t>
            </a:r>
          </a:p>
        </p:txBody>
      </p:sp>
      <p:sp>
        <p:nvSpPr>
          <p:cNvPr id="15" name="DRB_Confidential">
            <a:extLst>
              <a:ext uri="{FF2B5EF4-FFF2-40B4-BE49-F238E27FC236}">
                <a16:creationId xmlns:a16="http://schemas.microsoft.com/office/drawing/2014/main" id="{000E919A-31A1-E63B-D34D-52261D514934}"/>
              </a:ext>
            </a:extLst>
          </p:cNvPr>
          <p:cNvSpPr txBox="1"/>
          <p:nvPr userDrawn="1"/>
        </p:nvSpPr>
        <p:spPr>
          <a:xfrm>
            <a:off x="10842000" y="6422400"/>
            <a:ext cx="1152000" cy="237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ko-KR" sz="1200" b="1">
                <a:solidFill>
                  <a:srgbClr val="E1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1200" b="1">
              <a:solidFill>
                <a:srgbClr val="E17D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B_Title_Placeholder"/>
          <p:cNvSpPr>
            <a:spLocks noGrp="1"/>
          </p:cNvSpPr>
          <p:nvPr>
            <p:ph type="title" hasCustomPrompt="1"/>
          </p:nvPr>
        </p:nvSpPr>
        <p:spPr>
          <a:xfrm>
            <a:off x="270000" y="342000"/>
            <a:ext cx="10302000" cy="486000"/>
          </a:xfrm>
        </p:spPr>
        <p:txBody>
          <a:bodyPr wrap="none" lIns="0" tIns="0" rIns="0" bIns="0" anchor="ctr">
            <a:noAutofit/>
          </a:bodyPr>
          <a:lstStyle>
            <a:lvl1pPr algn="l">
              <a:defRPr sz="2800" b="1">
                <a:solidFill>
                  <a:srgbClr val="1111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슬라이드 제목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RB_Body_Placeholder">
            <a:extLst>
              <a:ext uri="{FF2B5EF4-FFF2-40B4-BE49-F238E27FC236}">
                <a16:creationId xmlns:a16="http://schemas.microsoft.com/office/drawing/2014/main" id="{E155BF77-A51A-D56F-58EB-6AD12F6E229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000" y="943200"/>
            <a:ext cx="11520000" cy="583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buFontTx/>
              <a:buNone/>
              <a:defRPr sz="13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■ 본문</a:t>
            </a:r>
          </a:p>
        </p:txBody>
      </p:sp>
      <p:cxnSp>
        <p:nvCxnSpPr>
          <p:cNvPr id="7" name="DRB_Divider">
            <a:extLst>
              <a:ext uri="{FF2B5EF4-FFF2-40B4-BE49-F238E27FC236}">
                <a16:creationId xmlns:a16="http://schemas.microsoft.com/office/drawing/2014/main" id="{8994E224-48C4-5F55-0E69-6911A9B2ECFD}"/>
              </a:ext>
            </a:extLst>
          </p:cNvPr>
          <p:cNvCxnSpPr/>
          <p:nvPr userDrawn="1"/>
        </p:nvCxnSpPr>
        <p:spPr>
          <a:xfrm>
            <a:off x="336000" y="903600"/>
            <a:ext cx="11520000" cy="0"/>
          </a:xfrm>
          <a:prstGeom prst="line">
            <a:avLst/>
          </a:prstGeom>
          <a:ln w="6350">
            <a:solidFill>
              <a:srgbClr val="B7B7B7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DRB_Samsung_Logo">
            <a:extLst>
              <a:ext uri="{FF2B5EF4-FFF2-40B4-BE49-F238E27FC236}">
                <a16:creationId xmlns:a16="http://schemas.microsoft.com/office/drawing/2014/main" id="{D813056B-B96D-313D-2CA3-3532A24B6A2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6000" y="360000"/>
            <a:ext cx="1162800" cy="198000"/>
          </a:xfrm>
          <a:prstGeom prst="rect">
            <a:avLst/>
          </a:prstGeom>
        </p:spPr>
      </p:pic>
      <p:sp>
        <p:nvSpPr>
          <p:cNvPr id="14" name="DRB_Footer_Message">
            <a:extLst>
              <a:ext uri="{FF2B5EF4-FFF2-40B4-BE49-F238E27FC236}">
                <a16:creationId xmlns:a16="http://schemas.microsoft.com/office/drawing/2014/main" id="{B538CEB9-354C-206E-BB99-FC9FE179AB47}"/>
              </a:ext>
            </a:extLst>
          </p:cNvPr>
          <p:cNvSpPr txBox="1"/>
          <p:nvPr userDrawn="1"/>
        </p:nvSpPr>
        <p:spPr>
          <a:xfrm>
            <a:off x="439200" y="6462000"/>
            <a:ext cx="2448000" cy="19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/>
            <a:r>
              <a:rPr lang="ko-KR" altLang="en-US" sz="1200" b="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성장하는 행복한 메모리사업부</a:t>
            </a:r>
          </a:p>
        </p:txBody>
      </p:sp>
      <p:sp>
        <p:nvSpPr>
          <p:cNvPr id="15" name="DRB_Confidential">
            <a:extLst>
              <a:ext uri="{FF2B5EF4-FFF2-40B4-BE49-F238E27FC236}">
                <a16:creationId xmlns:a16="http://schemas.microsoft.com/office/drawing/2014/main" id="{B4400CB8-75A8-2206-036E-92747DE04F4D}"/>
              </a:ext>
            </a:extLst>
          </p:cNvPr>
          <p:cNvSpPr txBox="1"/>
          <p:nvPr userDrawn="1"/>
        </p:nvSpPr>
        <p:spPr>
          <a:xfrm>
            <a:off x="10842000" y="6422400"/>
            <a:ext cx="1152000" cy="237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ko-KR" sz="1200" b="1">
                <a:solidFill>
                  <a:srgbClr val="E1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</a:t>
            </a:r>
            <a:endParaRPr lang="ko-KR" altLang="en-US" sz="1200" b="1">
              <a:solidFill>
                <a:srgbClr val="E17D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F7639-63CB-AB90-5905-9D1490C2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[DM] Data Review Board Auto Report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55D41-D955-5D5C-3361-71CE98D9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■ REF: Reference / TARGET: Target | Threshold: 0.5</a:t>
            </a:r>
          </a:p>
          <a:p>
            <a:r>
              <a:rPr lang="en-US" altLang="ko-KR"/>
              <a:t>■ Category: Sample | Showing MSR 1-8 of 8</a:t>
            </a:r>
            <a:endParaRPr lang="ko-KR" altLang="en-US"/>
          </a:p>
        </p:txBody>
      </p:sp>
      <p:sp>
        <p:nvSpPr>
          <p:cNvPr id="4" name="DRB_Affiliation_Sample">
            <a:extLst>
              <a:ext uri="{FF2B5EF4-FFF2-40B4-BE49-F238E27FC236}">
                <a16:creationId xmlns:a16="http://schemas.microsoft.com/office/drawing/2014/main" id="{D5184702-2E57-6479-9B90-FEF0182929D3}"/>
              </a:ext>
            </a:extLst>
          </p:cNvPr>
          <p:cNvSpPr txBox="1"/>
          <p:nvPr/>
        </p:nvSpPr>
        <p:spPr>
          <a:xfrm>
            <a:off x="8267999" y="6451200"/>
            <a:ext cx="2520000" cy="237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ko-KR" sz="120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Flash PE / </a:t>
            </a:r>
            <a:r>
              <a:rPr lang="ko-KR" altLang="en-US" sz="120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3262089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</Words>
  <Application>Microsoft Office PowerPoint</Application>
  <PresentationFormat>와이드스크린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[DM] Data Review Board Auto Report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[DM] Data Review Board Auto Report</dc:title>
  <dc:subject/>
  <dc:creator/>
  <cp:keywords/>
  <dc:description>generated using python-pptx</dc:description>
  <cp:lastModifiedBy>taejun park</cp:lastModifiedBy>
  <cp:revision>3</cp:revision>
  <dcterms:created xsi:type="dcterms:W3CDTF">2013-01-27T09:14:16Z</dcterms:created>
  <dcterms:modified xsi:type="dcterms:W3CDTF">2026-07-29T13:42:56Z</dcterms:modified>
  <cp:category/>
</cp:coreProperties>
</file>