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3" Type="http://schemas.openxmlformats.org/officeDocument/2006/relationships/presProps" Target="presProps.xml"/>
<Relationship Id="rId4" Type="http://schemas.openxmlformats.org/officeDocument/2006/relationships/viewProps" Target="viewProps.xml"/>
<Relationship Id="rId5" Type="http://schemas.openxmlformats.org/officeDocument/2006/relationships/theme" Target="theme/theme1.xml"/>
<Relationship Id="rId6" Type="http://schemas.openxmlformats.org/officeDocument/2006/relationships/tableStyles" Target="tableStyles.xml"/>
<Relationship Id="rId7" Type="http://schemas.openxmlformats.org/officeDocument/2006/relationships/slide" Target="slides/slide1.xml"/>
<Relationship Id="rId8" Type="http://schemas.openxmlformats.org/officeDocument/2006/relationships/slide" Target="slides/slide2.xml"/>
<Relationship Id="rId9" Type="http://schemas.openxmlformats.org/officeDocument/2006/relationships/slide" Target="slides/slide3.xml"/>
<Relationship Id="rId10" Type="http://schemas.openxmlformats.org/officeDocument/2006/relationships/slide" Target="slides/slide4.xml"/>
<Relationship Id="rId11" Type="http://schemas.openxmlformats.org/officeDocument/2006/relationships/slide" Target="slides/slide5.xml"/>
<Relationship Id="rId12" Type="http://schemas.openxmlformats.org/officeDocument/2006/relationships/slide" Target="slides/slide6.xml"/>
</Relationships>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54cf8fffdecd0325b36f5ad3b37e2162b133e5f3.png"/>
<Relationship Id="rId3" Type="http://schemas.openxmlformats.org/officeDocument/2006/relationships/image" Target="../media/5c9072f2604fe477012c48973bb9923bdbb686aa.png"/>
<Relationship Id="rId4" Type="http://schemas.openxmlformats.org/officeDocument/2006/relationships/image" Target="../media/a2272e1f601d768dc65c5ffe73a495dac3797904.png"/>
<Relationship Id="rId5" Type="http://schemas.openxmlformats.org/officeDocument/2006/relationships/image" Target="../media/174586b9b747901f12b2d7d59a345f75a5144fa4.png"/>
<Relationship Id="rId6" Type="http://schemas.openxmlformats.org/officeDocument/2006/relationships/image" Target="../media/89558f346d2a9254e7e9262880eae5d059a0517a.png"/>
<Relationship Id="rId7" Type="http://schemas.openxmlformats.org/officeDocument/2006/relationships/image" Target="../media/4f83bb2ff2c4570d4a3a147375870d3a53f0faf6.png"/>
<Relationship Id="rId8" Type="http://schemas.openxmlformats.org/officeDocument/2006/relationships/image" Target="../media/91707adf68a1219def444ed1d6b90dbd04057dec.png"/>
<Relationship Id="rId9" Type="http://schemas.openxmlformats.org/officeDocument/2006/relationships/image" Target="../media/4074a921acc0a6b09b432e7fac22c548c57221fc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86820cc8513981ba6d3b613ed43e94a37fdb861c.png"/>
<Relationship Id="rId3" Type="http://schemas.openxmlformats.org/officeDocument/2006/relationships/image" Target="../media/a8df717aa3ba479e11f1d19b148aaf612faf640e.png"/>
<Relationship Id="rId4" Type="http://schemas.openxmlformats.org/officeDocument/2006/relationships/image" Target="../media/826b8adb4de6560f32c0593935d54eff3b14c82e.png"/>
<Relationship Id="rId5" Type="http://schemas.openxmlformats.org/officeDocument/2006/relationships/image" Target="../media/dd4d8e8b9a381de363aaad1f0aa05ac28431c091.png"/>
<Relationship Id="rId6" Type="http://schemas.openxmlformats.org/officeDocument/2006/relationships/image" Target="../media/f5684f67b315e473f852bfe056246756812d2d42.png"/>
<Relationship Id="rId7" Type="http://schemas.openxmlformats.org/officeDocument/2006/relationships/image" Target="../media/3e44e85d649280d9ab02a567148098062ba61e89.png"/>
<Relationship Id="rId8" Type="http://schemas.openxmlformats.org/officeDocument/2006/relationships/image" Target="../media/c009b043a1ebff0d88c8aac263092f13c9605d7d.png"/>
<Relationship Id="rId9" Type="http://schemas.openxmlformats.org/officeDocument/2006/relationships/image" Target="../media/d1f2fe3603d4184b6655ff1d383a7b6aec1d5819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b1aa0d8915fd6c8b85f90180f2ea44615d488c01.png"/>
<Relationship Id="rId3" Type="http://schemas.openxmlformats.org/officeDocument/2006/relationships/image" Target="../media/fde44d73f71acdedcf502f16953788b00ea8920d.png"/>
<Relationship Id="rId4" Type="http://schemas.openxmlformats.org/officeDocument/2006/relationships/image" Target="../media/03453f6274bc961adf70fc6aae80bd4b31f4170d.png"/>
<Relationship Id="rId5" Type="http://schemas.openxmlformats.org/officeDocument/2006/relationships/image" Target="../media/a0363051bff97ec5848fc59fb6ba8b046459809b.png"/>
<Relationship Id="rId6" Type="http://schemas.openxmlformats.org/officeDocument/2006/relationships/image" Target="../media/9d16495e85150bca435b719a554bb0782cf860c3.png"/>
<Relationship Id="rId7" Type="http://schemas.openxmlformats.org/officeDocument/2006/relationships/image" Target="../media/0c6c67191d6cd14837061900986de2be039d94f9.png"/>
<Relationship Id="rId8" Type="http://schemas.openxmlformats.org/officeDocument/2006/relationships/image" Target="../media/017c963e15bcab882de65bddac5e793a2e76cecb.png"/>
<Relationship Id="rId9" Type="http://schemas.openxmlformats.org/officeDocument/2006/relationships/image" Target="../media/639cda42b0f5e94ba8aa13839f655dcff92ad0c4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b9c2b3aa454f686ce82102e7cbc82eeea33af62f.png"/>
<Relationship Id="rId3" Type="http://schemas.openxmlformats.org/officeDocument/2006/relationships/image" Target="../media/fb3edc2504393d11e3be389f6b018ab8100b16e5.png"/>
<Relationship Id="rId4" Type="http://schemas.openxmlformats.org/officeDocument/2006/relationships/image" Target="../media/6b7cf02732e456255de6ddcc77539678a0de4f65.png"/>
<Relationship Id="rId5" Type="http://schemas.openxmlformats.org/officeDocument/2006/relationships/image" Target="../media/3fd9b686dc63d972674ec499c6c382c08b64961a.png"/>
<Relationship Id="rId6" Type="http://schemas.openxmlformats.org/officeDocument/2006/relationships/image" Target="../media/282da7722c05c284baff4fb7a1c0dba035871b02.png"/>
<Relationship Id="rId7" Type="http://schemas.openxmlformats.org/officeDocument/2006/relationships/image" Target="../media/9b38a7b58453f0fd9e90ca25b76ad2f8c96adea3.png"/>
<Relationship Id="rId8" Type="http://schemas.openxmlformats.org/officeDocument/2006/relationships/image" Target="../media/8b227b37c400bdbbf215b6d1456297b55129bb8b.png"/>
<Relationship Id="rId9" Type="http://schemas.openxmlformats.org/officeDocument/2006/relationships/image" Target="../media/939a6da69dec1c1f39e270c4fcd2101c3eabb248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dded9f5ea50c5fa44e1ec2c3cddebc7194d4df79.png"/>
<Relationship Id="rId3" Type="http://schemas.openxmlformats.org/officeDocument/2006/relationships/image" Target="../media/d9b94ce92c77d4ad56fc20af9210c3347bbdfccb.png"/>
<Relationship Id="rId4" Type="http://schemas.openxmlformats.org/officeDocument/2006/relationships/image" Target="../media/91e6bf1fa875d0fd9b6e2109eee5916e1f535683.png"/>
<Relationship Id="rId5" Type="http://schemas.openxmlformats.org/officeDocument/2006/relationships/image" Target="../media/668e71557bb52a7aa9d57dfbf29518faad298f72.png"/>
<Relationship Id="rId6" Type="http://schemas.openxmlformats.org/officeDocument/2006/relationships/image" Target="../media/c11dadf571d3bb2762c2bc40bbdc4b02c691471b.png"/>
<Relationship Id="rId7" Type="http://schemas.openxmlformats.org/officeDocument/2006/relationships/image" Target="../media/8919236df14145c643071162cefef462192e4fc1.png"/>
<Relationship Id="rId8" Type="http://schemas.openxmlformats.org/officeDocument/2006/relationships/image" Target="../media/1542eac73b3f92d198889456a4c75ea8fc055fa4.png"/>
<Relationship Id="rId9" Type="http://schemas.openxmlformats.org/officeDocument/2006/relationships/image" Target="../media/94fa60bf04292dfdb1b341a04354cad3c155553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Sigma Score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All perfectly stable. 0 items flagged.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PB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BL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WLS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TCMC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WTC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2026-04-21T01:44:15Z</dcterms:modified>
  <cp:category/>
</cp:coreProperties>
</file>