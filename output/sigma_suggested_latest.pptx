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notesMaster" Target="notesMasters/notesMaster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6" Type="http://schemas.openxmlformats.org/officeDocument/2006/relationships/theme" Target="theme/theme1.xml"/>
<Relationship Id="rId5" Type="http://schemas.openxmlformats.org/officeDocument/2006/relationships/viewProps" Target="viewProps.xml"/>
<Relationship Id="rId4" Type="http://schemas.openxmlformats.org/officeDocument/2006/relationships/presProps" Target="presProps.xml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E22D-F941-4156-A001-D20DD8FDA104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25DC6-D927-40BA-AABB-29792EC49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34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1.xml"/>
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https://news.samsung.com/es/imagenes-logotipo-samsung (Samsung official newsroom wordmark asset)</a:t>
            </a:r>
          </a:p>
          <a:p>
            <a:r>
              <a:rPr lang="en-US" altLang="ko-KR"/>
              <a:t>- Corporate layout measurements supplied by the user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25DC6-D927-40BA-AABB-29792EC49B1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75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 wrap="none" lIns="0" tIns="0" rIns="0" bIns="0" anchor="ctr">
            <a:noAutofit/>
          </a:bodyPr>
          <a:lstStyle>
            <a:lvl1pPr algn="l">
              <a:defRPr sz="28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슬라이드 제목</a:t>
            </a:r>
            <a:endParaRPr lang="en-US"/>
          </a:p>
        </p:txBody>
      </p:sp>
      <p:sp>
        <p:nvSpPr>
          <p:cNvPr id="3" name="DRB_Body_Placeholder"/>
          <p:cNvSpPr>
            <a:spLocks noGrp="1"/>
          </p:cNvSpPr>
          <p:nvPr>
            <p:ph idx="1" hasCustomPrompt="1"/>
          </p:nvPr>
        </p:nvSpPr>
        <p:spPr>
          <a:xfrm>
            <a:off x="270000" y="943200"/>
            <a:ext cx="11520000" cy="583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buFontTx/>
              <a:buNone/>
              <a:defRPr sz="13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■ 본문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DRB_Divider">
            <a:extLst>
              <a:ext uri="{FF2B5EF4-FFF2-40B4-BE49-F238E27FC236}">
                <a16:creationId xmlns:a16="http://schemas.microsoft.com/office/drawing/2014/main" id="{56B9C05E-96DE-C606-E94C-2073B80F8DE6}"/>
              </a:ext>
            </a:extLst>
          </p:cNvPr>
          <p:cNvCxnSpPr/>
          <p:nvPr userDrawn="1"/>
        </p:nvCxnSpPr>
        <p:spPr>
          <a:xfrm>
            <a:off x="336000" y="903600"/>
            <a:ext cx="11520000" cy="0"/>
          </a:xfrm>
          <a:prstGeom prst="line">
            <a:avLst/>
          </a:prstGeom>
          <a:ln w="6350">
            <a:solidFill>
              <a:srgbClr val="B7B7B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DRB_Samsung_Logo">
            <a:extLst>
              <a:ext uri="{FF2B5EF4-FFF2-40B4-BE49-F238E27FC236}">
                <a16:creationId xmlns:a16="http://schemas.microsoft.com/office/drawing/2014/main" id="{E0CD44E5-E9D7-8D84-782F-DC6CFC89B21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6000" y="360000"/>
            <a:ext cx="1162800" cy="198000"/>
          </a:xfrm>
          <a:prstGeom prst="rect">
            <a:avLst/>
          </a:prstGeom>
        </p:spPr>
      </p:pic>
      <p:sp>
        <p:nvSpPr>
          <p:cNvPr id="14" name="DRB_Footer_Message">
            <a:extLst>
              <a:ext uri="{FF2B5EF4-FFF2-40B4-BE49-F238E27FC236}">
                <a16:creationId xmlns:a16="http://schemas.microsoft.com/office/drawing/2014/main" id="{09F0CB29-D2DE-4D53-11FC-12393E653311}"/>
              </a:ext>
            </a:extLst>
          </p:cNvPr>
          <p:cNvSpPr txBox="1"/>
          <p:nvPr userDrawn="1"/>
        </p:nvSpPr>
        <p:spPr>
          <a:xfrm>
            <a:off x="439200" y="6462000"/>
            <a:ext cx="2448000" cy="19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/>
            <a:r>
              <a:rPr lang="ko-KR" altLang="en-US" sz="1200" b="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성장하는 행복한 메모리사업부</a:t>
            </a:r>
          </a:p>
        </p:txBody>
      </p:sp>
      <p:sp>
        <p:nvSpPr>
          <p:cNvPr id="15" name="DRB_Confidential">
            <a:extLst>
              <a:ext uri="{FF2B5EF4-FFF2-40B4-BE49-F238E27FC236}">
                <a16:creationId xmlns:a16="http://schemas.microsoft.com/office/drawing/2014/main" id="{000E919A-31A1-E63B-D34D-52261D514934}"/>
              </a:ext>
            </a:extLst>
          </p:cNvPr>
          <p:cNvSpPr txBox="1"/>
          <p:nvPr userDrawn="1"/>
        </p:nvSpPr>
        <p:spPr>
          <a:xfrm>
            <a:off x="10842000" y="6422400"/>
            <a:ext cx="1152000" cy="237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ko-KR" sz="1200" b="1">
                <a:solidFill>
                  <a:srgbClr val="E1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1200" b="1">
              <a:solidFill>
                <a:srgbClr val="E17D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 wrap="none" lIns="0" tIns="0" rIns="0" bIns="0" anchor="ctr">
            <a:noAutofit/>
          </a:bodyPr>
          <a:lstStyle>
            <a:lvl1pPr algn="l">
              <a:defRPr sz="28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슬라이드 제목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RB_Body_Placeholder">
            <a:extLst>
              <a:ext uri="{FF2B5EF4-FFF2-40B4-BE49-F238E27FC236}">
                <a16:creationId xmlns:a16="http://schemas.microsoft.com/office/drawing/2014/main" id="{E155BF77-A51A-D56F-58EB-6AD12F6E229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buFontTx/>
              <a:buNone/>
              <a:defRPr sz="13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■ 본문</a:t>
            </a:r>
          </a:p>
        </p:txBody>
      </p:sp>
      <p:cxnSp>
        <p:nvCxnSpPr>
          <p:cNvPr id="7" name="DRB_Divider">
            <a:extLst>
              <a:ext uri="{FF2B5EF4-FFF2-40B4-BE49-F238E27FC236}">
                <a16:creationId xmlns:a16="http://schemas.microsoft.com/office/drawing/2014/main" id="{8994E224-48C4-5F55-0E69-6911A9B2ECFD}"/>
              </a:ext>
            </a:extLst>
          </p:cNvPr>
          <p:cNvCxnSpPr/>
          <p:nvPr userDrawn="1"/>
        </p:nvCxnSpPr>
        <p:spPr>
          <a:xfrm>
            <a:off x="336000" y="903600"/>
            <a:ext cx="11520000" cy="0"/>
          </a:xfrm>
          <a:prstGeom prst="line">
            <a:avLst/>
          </a:prstGeom>
          <a:ln w="6350">
            <a:solidFill>
              <a:srgbClr val="B7B7B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DRB_Samsung_Logo">
            <a:extLst>
              <a:ext uri="{FF2B5EF4-FFF2-40B4-BE49-F238E27FC236}">
                <a16:creationId xmlns:a16="http://schemas.microsoft.com/office/drawing/2014/main" id="{D813056B-B96D-313D-2CA3-3532A24B6A2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6000" y="360000"/>
            <a:ext cx="1162800" cy="198000"/>
          </a:xfrm>
          <a:prstGeom prst="rect">
            <a:avLst/>
          </a:prstGeom>
        </p:spPr>
      </p:pic>
      <p:sp>
        <p:nvSpPr>
          <p:cNvPr id="14" name="DRB_Footer_Message">
            <a:extLst>
              <a:ext uri="{FF2B5EF4-FFF2-40B4-BE49-F238E27FC236}">
                <a16:creationId xmlns:a16="http://schemas.microsoft.com/office/drawing/2014/main" id="{B538CEB9-354C-206E-BB99-FC9FE179AB47}"/>
              </a:ext>
            </a:extLst>
          </p:cNvPr>
          <p:cNvSpPr txBox="1"/>
          <p:nvPr userDrawn="1"/>
        </p:nvSpPr>
        <p:spPr>
          <a:xfrm>
            <a:off x="439200" y="6462000"/>
            <a:ext cx="2448000" cy="19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/>
            <a:r>
              <a:rPr lang="ko-KR" altLang="en-US" sz="1200" b="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성장하는 행복한 메모리사업부</a:t>
            </a:r>
          </a:p>
        </p:txBody>
      </p:sp>
      <p:sp>
        <p:nvSpPr>
          <p:cNvPr id="15" name="DRB_Confidential">
            <a:extLst>
              <a:ext uri="{FF2B5EF4-FFF2-40B4-BE49-F238E27FC236}">
                <a16:creationId xmlns:a16="http://schemas.microsoft.com/office/drawing/2014/main" id="{B4400CB8-75A8-2206-036E-92747DE04F4D}"/>
              </a:ext>
            </a:extLst>
          </p:cNvPr>
          <p:cNvSpPr txBox="1"/>
          <p:nvPr userDrawn="1"/>
        </p:nvSpPr>
        <p:spPr>
          <a:xfrm>
            <a:off x="10842000" y="6422400"/>
            <a:ext cx="1152000" cy="237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ko-KR" sz="1200" b="1">
                <a:solidFill>
                  <a:srgbClr val="E1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1200" b="1">
              <a:solidFill>
                <a:srgbClr val="E17D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40ccc0e3055fb16dabcb0a78263b379dadfed66e.png"/>
<Relationship Id="rId3" Type="http://schemas.openxmlformats.org/officeDocument/2006/relationships/image" Target="../media/61742c1246f9ff498344e16a439cce16380567cc.png"/>
<Relationship Id="rId4" Type="http://schemas.openxmlformats.org/officeDocument/2006/relationships/image" Target="../media/c5b9c3eb4e0136b3e443ad33855f5e713d986ede.png"/>
<Relationship Id="rId5" Type="http://schemas.openxmlformats.org/officeDocument/2006/relationships/image" Target="../media/a703ecc31607d834100f1419118d8e32f980b522.png"/>
<Relationship Id="rId6" Type="http://schemas.openxmlformats.org/officeDocument/2006/relationships/image" Target="../media/ecd53cfe570093c32af5d0eebf4ffe10882ce553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2676bd3f44355e2ec23c819f2409607ce6ff3cb1.png"/>
<Relationship Id="rId3" Type="http://schemas.openxmlformats.org/officeDocument/2006/relationships/image" Target="../media/1fc45823a5bef9bd08f101a23cfb69e755fe405e.png"/>
<Relationship Id="rId4" Type="http://schemas.openxmlformats.org/officeDocument/2006/relationships/image" Target="../media/313126771c771ea174aa0379701229fe1b9ec3a5.png"/>
<Relationship Id="rId5" Type="http://schemas.openxmlformats.org/officeDocument/2006/relationships/image" Target="../media/01e557a05773afe182b6ffaa57e1b5de0f7d31ea.png"/>
<Relationship Id="rId6" Type="http://schemas.openxmlformats.org/officeDocument/2006/relationships/image" Target="../media/6ff3053900317d56d6bf28a470dc1e02444a990d.png"/>
<Relationship Id="rId7" Type="http://schemas.openxmlformats.org/officeDocument/2006/relationships/image" Target="../media/f53396c9eb010738b2889f99320f7234ae55eb19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40008b657ae2ebcad306361474510857debe2071.png"/>
<Relationship Id="rId3" Type="http://schemas.openxmlformats.org/officeDocument/2006/relationships/image" Target="../media/fe5b1a42fb87a07c144eae71eee60bd61dc6913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e6f587829105faeac74319dfc5caa2e09a5ac09e.png"/>
<Relationship Id="rId3" Type="http://schemas.openxmlformats.org/officeDocument/2006/relationships/image" Target="../media/ed7a0f276edf811ee6997934113ab5b47a917154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c1a02e9d4553d585864860affa01d5b72ab3f473.png"/>
<Relationship Id="rId3" Type="http://schemas.openxmlformats.org/officeDocument/2006/relationships/image" Target="../media/f3348084f1f2f999c21c9345a55b30687e823096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3" name="DRB_Body_Placeholder"/>
          <p:cNvSpPr>
            <a:spLocks noGrp="1"/>
          </p:cNvSpPr>
          <p:nvPr>
            <p:ph idx="1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Suggested: |Sigma| &gt; 0.5 | 17 MSR (1/2)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1554480"/>
                <a:gridCol w="502920"/>
                <a:gridCol w="502920"/>
                <a:gridCol w="594360"/>
                <a:gridCol w="594360"/>
                <a:gridCol w="640080"/>
                <a:gridCol w="2231136"/>
                <a:gridCol w="3474720"/>
              </a:tblGrid>
              <a:tr h="210312">
                <a:tc grid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주요 항목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변동결과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비고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TREND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REF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TGT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Delta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Sigma Delta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296266">
                <a:tc rowSpan="10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Cell_TCMC_207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Cell_TCMC_212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+0.36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Cell_TCMC_203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+0.6sig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Cell_TCMC_219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+0.36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Cell_WLS_196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Cell_WLS_193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Cell_WTC_271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Cell_WTC_290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rowSpan="5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Peri_BL_122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Peri_BL_121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Peri_BL_101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Peri_BL_139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Peri_BL_141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3" name="DRB_Body_Placeholder"/>
          <p:cNvSpPr>
            <a:spLocks noGrp="1"/>
          </p:cNvSpPr>
          <p:nvPr>
            <p:ph idx="1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Suggested: |Sigma| &gt; 0.5 | 17 MSR (2/2)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1554480"/>
                <a:gridCol w="502920"/>
                <a:gridCol w="502920"/>
                <a:gridCol w="594360"/>
                <a:gridCol w="594360"/>
                <a:gridCol w="640080"/>
                <a:gridCol w="2231136"/>
                <a:gridCol w="3474720"/>
              </a:tblGrid>
              <a:tr h="210312">
                <a:tc grid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주요 항목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변동결과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비고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TREND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REF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TGT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Delta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Sigma Delta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296266"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Peri_PB_004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+0.6sig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Main 요약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96266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Peri_PB_034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BL - MSR 1-5 of 5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(ML_MSR_122) Peri_BL_122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(ML_MSR_139) Peri_BL_139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(ML_MSR_141) Peri_BL_141</a:t>
            </a:r>
          </a:p>
        </p:txBody>
      </p:sp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(ML_MSR_121) Peri_BL_121</a:t>
            </a:r>
          </a:p>
        </p:txBody>
      </p:sp>
      <p:pic>
        <p:nvPicPr>
          <p:cNvPr id="13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329184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(ML_MSR_101) Peri_BL_101</a:t>
            </a:r>
          </a:p>
        </p:txBody>
      </p:sp>
      <p:pic>
        <p:nvPicPr>
          <p:cNvPr id="16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9184" y="4398264"/>
            <a:ext cx="2827782" cy="1965960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2562606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  <p:sp>
        <p:nvSpPr>
          <p:cNvPr id="19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20" name="DRB_Body_Placeholder"/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BL | Showing MSR 1-5 of 5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TCMC - MSR 1-6 of 6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(ML_MSR_207) Cell_TCMC_207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(ML_MSR_212) Cell_TCMC_212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(ML_MSR_234) Cell_TCMC_234</a:t>
            </a:r>
          </a:p>
        </p:txBody>
      </p:sp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(ML_MSR_235) Cell_TCMC_235</a:t>
            </a:r>
          </a:p>
        </p:txBody>
      </p:sp>
      <p:pic>
        <p:nvPicPr>
          <p:cNvPr id="13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329184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(ML_MSR_203) Cell_TCMC_203</a:t>
            </a:r>
          </a:p>
        </p:txBody>
      </p:sp>
      <p:pic>
        <p:nvPicPr>
          <p:cNvPr id="16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9184" y="4398264"/>
            <a:ext cx="2827782" cy="1965960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2562606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+0.6sig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3230118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(ML_MSR_219) Cell_TCMC_219</a:t>
            </a:r>
          </a:p>
        </p:txBody>
      </p:sp>
      <p:pic>
        <p:nvPicPr>
          <p:cNvPr id="19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30118" y="4398264"/>
            <a:ext cx="2827782" cy="1965960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5463540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  <p:sp>
        <p:nvSpPr>
          <p:cNvPr id="2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23" name="DRB_Body_Placeholder"/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TCMC | Showing MSR 1-6 of 6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PB - MSR 1-2 of 2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(ML_MSR_004) Peri_PB_004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+0.6sig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(ML_MSR_034) Peri_PB_034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  <p:sp>
        <p:nvSpPr>
          <p:cNvPr id="10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11" name="DRB_Body_Placeholder"/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PB | Showing MSR 1-2 of 2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WLS - MSR 1-2 of 2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(ML_MSR_196) Cell_WLS_196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(ML_MSR_193) Cell_WLS_193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  <p:sp>
        <p:nvSpPr>
          <p:cNvPr id="10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11" name="DRB_Body_Placeholder"/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WLS | Showing MSR 1-2 of 2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WTC - MSR 1-2 of 2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(ML_MSR_290) Cell_WTC_290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(ML_MSR_271) Cell_WTC_271</a:t>
            </a:r>
          </a:p>
        </p:txBody>
      </p:sp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  <p:sp>
        <p:nvSpPr>
          <p:cNvPr id="10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DRB Suggested Review</a:t>
            </a:r>
          </a:p>
        </p:txBody>
      </p:sp>
      <p:sp>
        <p:nvSpPr>
          <p:cNvPr id="11" name="DRB_Body_Placeholder"/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WTC | Showing MSR 1-2 of 2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3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8268012" y="6451200"/>
            <a:ext cx="2520000" cy="237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7F7F7F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Flash PE / 홍길동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</Words>
  <Application>Microsoft Office PowerPoint</Application>
  <PresentationFormat>와이드스크린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[DM] Data Review Board Auto Report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[DM] Data Review Board Auto Report</dc:title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2026-08-04T23:49:31Z</dcterms:modified>
  <cp:category/>
</cp:coreProperties>
</file>