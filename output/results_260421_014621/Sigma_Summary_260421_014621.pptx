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3" Type="http://schemas.openxmlformats.org/officeDocument/2006/relationships/presProps" Target="presProps.xml"/>
<Relationship Id="rId4" Type="http://schemas.openxmlformats.org/officeDocument/2006/relationships/viewProps" Target="viewProps.xml"/>
<Relationship Id="rId5" Type="http://schemas.openxmlformats.org/officeDocument/2006/relationships/theme" Target="theme/theme1.xml"/>
<Relationship Id="rId6" Type="http://schemas.openxmlformats.org/officeDocument/2006/relationships/tableStyles" Target="tableStyles.xml"/>
<Relationship Id="rId7" Type="http://schemas.openxmlformats.org/officeDocument/2006/relationships/slide" Target="slides/slide1.xml"/>
<Relationship Id="rId8" Type="http://schemas.openxmlformats.org/officeDocument/2006/relationships/slide" Target="slides/slide2.xml"/>
<Relationship Id="rId9" Type="http://schemas.openxmlformats.org/officeDocument/2006/relationships/slide" Target="slides/slide3.xml"/>
<Relationship Id="rId10" Type="http://schemas.openxmlformats.org/officeDocument/2006/relationships/slide" Target="slides/slide4.xml"/>
<Relationship Id="rId11" Type="http://schemas.openxmlformats.org/officeDocument/2006/relationships/slide" Target="slides/slide5.xml"/>
<Relationship Id="rId12" Type="http://schemas.openxmlformats.org/officeDocument/2006/relationships/slide" Target="slides/slide6.xml"/>
</Relationships>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3b789de54635537a76398458c7031689206a8b04.png"/>
<Relationship Id="rId3" Type="http://schemas.openxmlformats.org/officeDocument/2006/relationships/image" Target="../media/c7c96553b2a098c7cbee375819f0666eae01d143.png"/>
<Relationship Id="rId4" Type="http://schemas.openxmlformats.org/officeDocument/2006/relationships/image" Target="../media/ead3ad0630a566ceeacf0012c3ab970ee893e72c.png"/>
<Relationship Id="rId5" Type="http://schemas.openxmlformats.org/officeDocument/2006/relationships/image" Target="../media/1f0b782de72c3bf5ff5e04d6243ba3afb48775c8.png"/>
<Relationship Id="rId6" Type="http://schemas.openxmlformats.org/officeDocument/2006/relationships/image" Target="../media/9571907f62307a05e2400aa5c784fd1754c27297.png"/>
<Relationship Id="rId7" Type="http://schemas.openxmlformats.org/officeDocument/2006/relationships/image" Target="../media/0a6a17646e32889d518a717de77042792544502a.png"/>
<Relationship Id="rId8" Type="http://schemas.openxmlformats.org/officeDocument/2006/relationships/image" Target="../media/26c5ce476b76ff7fe5e630a1d062cb26c681e91d.png"/>
<Relationship Id="rId9" Type="http://schemas.openxmlformats.org/officeDocument/2006/relationships/image" Target="../media/3a77a0bbe391683f3af5e87e32a5f9396dd7c767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0980d41a714e1f1f70b1657bd76331e013194d4c.png"/>
<Relationship Id="rId3" Type="http://schemas.openxmlformats.org/officeDocument/2006/relationships/image" Target="../media/3dfe74fde96e5ad6bdf4758447dd68be4cd2c669.png"/>
<Relationship Id="rId4" Type="http://schemas.openxmlformats.org/officeDocument/2006/relationships/image" Target="../media/f4fa35d5b68c2eee5a3492c515f8511309388b96.png"/>
<Relationship Id="rId5" Type="http://schemas.openxmlformats.org/officeDocument/2006/relationships/image" Target="../media/05a4af692f04bdcf582c098b172fc80fa2e70acf.png"/>
<Relationship Id="rId6" Type="http://schemas.openxmlformats.org/officeDocument/2006/relationships/image" Target="../media/df8ada628b1e81e5f9ace520d4ec95d171736cf9.png"/>
<Relationship Id="rId7" Type="http://schemas.openxmlformats.org/officeDocument/2006/relationships/image" Target="../media/8741a505cc9295b44e9c9e2e33f5b81977751a5c.png"/>
<Relationship Id="rId8" Type="http://schemas.openxmlformats.org/officeDocument/2006/relationships/image" Target="../media/2bce664104ee3ef05d9dc67ebcf988578af116a0.png"/>
<Relationship Id="rId9" Type="http://schemas.openxmlformats.org/officeDocument/2006/relationships/image" Target="../media/64f30b727324ce61cfc24a155f765c03d98d793b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8b9020d56f8c041a98dfe5ec10b5f15d1d9cb1ad.png"/>
<Relationship Id="rId3" Type="http://schemas.openxmlformats.org/officeDocument/2006/relationships/image" Target="../media/76d5798acd3b5cf3d8120675e890b44a3135660e.png"/>
<Relationship Id="rId4" Type="http://schemas.openxmlformats.org/officeDocument/2006/relationships/image" Target="../media/9b780fd7b498d38ae504dcfd3f36c19c070a8ccf.png"/>
<Relationship Id="rId5" Type="http://schemas.openxmlformats.org/officeDocument/2006/relationships/image" Target="../media/ca9b0115a1eedbd4a61af8238da8f17d642bb55e.png"/>
<Relationship Id="rId6" Type="http://schemas.openxmlformats.org/officeDocument/2006/relationships/image" Target="../media/8b6bdd44d17b4949b15fd64d47a13e378a88a10c.png"/>
<Relationship Id="rId7" Type="http://schemas.openxmlformats.org/officeDocument/2006/relationships/image" Target="../media/cc148ab7ea84e1e2a525270d9a1e43d68d1160ec.png"/>
<Relationship Id="rId8" Type="http://schemas.openxmlformats.org/officeDocument/2006/relationships/image" Target="../media/24305961b638bb855645043d45114f2db40b035d.png"/>
<Relationship Id="rId9" Type="http://schemas.openxmlformats.org/officeDocument/2006/relationships/image" Target="../media/5e04ad858eb8024184902fe8636f52724e095440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447e62d1fb35073a56a51bd6f8e791660fa544d4.png"/>
<Relationship Id="rId3" Type="http://schemas.openxmlformats.org/officeDocument/2006/relationships/image" Target="../media/488c2d02cca5ce901f05b53f3d735f91db854d95.png"/>
<Relationship Id="rId4" Type="http://schemas.openxmlformats.org/officeDocument/2006/relationships/image" Target="../media/78ed77024833285409c66a7dbbaba0fed1f7de82.png"/>
<Relationship Id="rId5" Type="http://schemas.openxmlformats.org/officeDocument/2006/relationships/image" Target="../media/cb80ae14673f239ddb94fc0d56a425bbfd519862.png"/>
<Relationship Id="rId6" Type="http://schemas.openxmlformats.org/officeDocument/2006/relationships/image" Target="../media/3633e5d1c8555bf8e77a070de584153730c920b2.png"/>
<Relationship Id="rId7" Type="http://schemas.openxmlformats.org/officeDocument/2006/relationships/image" Target="../media/3ce333d6ebeacdc465d81c73749d95dfd94fc7d0.png"/>
<Relationship Id="rId8" Type="http://schemas.openxmlformats.org/officeDocument/2006/relationships/image" Target="../media/c44abeb4c151a2398191e8d1a1bbf29c70553fe8.png"/>
<Relationship Id="rId9" Type="http://schemas.openxmlformats.org/officeDocument/2006/relationships/image" Target="../media/53a245e556b2322947d3433427c5cba855e287a3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6eb93a5cc65fb9c6af119350941af84f96dbb03f.png"/>
<Relationship Id="rId3" Type="http://schemas.openxmlformats.org/officeDocument/2006/relationships/image" Target="../media/bcc6bcfb4f5448a67d448b130551ebf83d7f8471.png"/>
<Relationship Id="rId4" Type="http://schemas.openxmlformats.org/officeDocument/2006/relationships/image" Target="../media/db65ad1e9b6ebc9734df3043bc4b969f1c15f5e3.png"/>
<Relationship Id="rId5" Type="http://schemas.openxmlformats.org/officeDocument/2006/relationships/image" Target="../media/175c48920181931fe21aad556ae7da77cabb479b.png"/>
<Relationship Id="rId6" Type="http://schemas.openxmlformats.org/officeDocument/2006/relationships/image" Target="../media/5cfc80a49202d5c7e30ec47a0a477eb38ab74732.png"/>
<Relationship Id="rId7" Type="http://schemas.openxmlformats.org/officeDocument/2006/relationships/image" Target="../media/709101225bdfbce6df469c9e86fcdc9837b52c9d.png"/>
<Relationship Id="rId8" Type="http://schemas.openxmlformats.org/officeDocument/2006/relationships/image" Target="../media/97bae6835f63b159b24c7c9fdfe42a12b3dfdaf2.png"/>
<Relationship Id="rId9" Type="http://schemas.openxmlformats.org/officeDocument/2006/relationships/image" Target="../media/99deb1f6b40d03eabd91e08f704f7a832c888dd8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Sigma Score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All perfectly stable. 0 items flagged.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PB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BL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WLS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TCMC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WTC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2026-04-21T01:46:39Z</dcterms:modified>
  <cp:category/>
</cp:coreProperties>
</file>