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3" Type="http://schemas.openxmlformats.org/officeDocument/2006/relationships/presProps" Target="presProps.xml"/>
<Relationship Id="rId4" Type="http://schemas.openxmlformats.org/officeDocument/2006/relationships/viewProps" Target="viewProps.xml"/>
<Relationship Id="rId5" Type="http://schemas.openxmlformats.org/officeDocument/2006/relationships/theme" Target="theme/theme1.xml"/>
<Relationship Id="rId6" Type="http://schemas.openxmlformats.org/officeDocument/2006/relationships/tableStyles" Target="tableStyles.xml"/>
<Relationship Id="rId7" Type="http://schemas.openxmlformats.org/officeDocument/2006/relationships/slide" Target="slides/slide1.xml"/>
<Relationship Id="rId8" Type="http://schemas.openxmlformats.org/officeDocument/2006/relationships/slide" Target="slides/slide2.xml"/>
<Relationship Id="rId9" Type="http://schemas.openxmlformats.org/officeDocument/2006/relationships/slide" Target="slides/slide3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Relationship Id="rId12" Type="http://schemas.openxmlformats.org/officeDocument/2006/relationships/slide" Target="slides/slide6.xml"/>
<Relationship Id="rId13" Type="http://schemas.openxmlformats.org/officeDocument/2006/relationships/slide" Target="slides/slide7.xml"/>
</Relationships>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8978597d099deeff98661a3e188d73f47359f5ef.png"/>
<Relationship Id="rId3" Type="http://schemas.openxmlformats.org/officeDocument/2006/relationships/image" Target="../media/6254031c56dbc802d0098dfdd0f83cb6fcfb9673.png"/>
<Relationship Id="rId4" Type="http://schemas.openxmlformats.org/officeDocument/2006/relationships/image" Target="../media/b1f5aeb01e9749448715d86eab3eba3674290b2a.png"/>
<Relationship Id="rId5" Type="http://schemas.openxmlformats.org/officeDocument/2006/relationships/image" Target="../media/13b9966d695f49e609f2d3eb307425b401af93e1.png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cb19ee79cb11df7a3b8dea0a316d43c094971770.png"/>
<Relationship Id="rId3" Type="http://schemas.openxmlformats.org/officeDocument/2006/relationships/image" Target="../media/6ad041798c155fe0b3b2aa0a89c7ecf2bb35a178.png"/>
<Relationship Id="rId4" Type="http://schemas.openxmlformats.org/officeDocument/2006/relationships/image" Target="../media/066051e71aa36eeb1bc3c1bc5186dfe953e7eeaa.png"/>
<Relationship Id="rId5" Type="http://schemas.openxmlformats.org/officeDocument/2006/relationships/image" Target="../media/0feacc0144340f8c19e401ef89b0750d23655a98.png"/>
<Relationship Id="rId6" Type="http://schemas.openxmlformats.org/officeDocument/2006/relationships/image" Target="../media/e092592ee1c64e5b45031c254b2bc57dc5118589.png"/>
<Relationship Id="rId7" Type="http://schemas.openxmlformats.org/officeDocument/2006/relationships/image" Target="../media/97ce3becd31895dcdc42d78115795116c6001ff9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c062f586e8960f71c21cd20c46b0503ef05fa76f.png"/>
<Relationship Id="rId3" Type="http://schemas.openxmlformats.org/officeDocument/2006/relationships/image" Target="../media/921a3aad69b7a4a07f86550f6b8fce09013bee37.png"/>
<Relationship Id="rId4" Type="http://schemas.openxmlformats.org/officeDocument/2006/relationships/image" Target="../media/2a53f9c002c51f969206d327e45df996f849a14b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608f8c3caafa8330dd6960673bd97afed0085768.png"/>
<Relationship Id="rId3" Type="http://schemas.openxmlformats.org/officeDocument/2006/relationships/image" Target="../media/4b6f84f37a57f8fbf372546fd2f487066d308443.png"/>
<Relationship Id="rId4" Type="http://schemas.openxmlformats.org/officeDocument/2006/relationships/image" Target="../media/af292e4914fd527dfb6a673623c1180bb2793ade.png"/>
<Relationship Id="rId5" Type="http://schemas.openxmlformats.org/officeDocument/2006/relationships/image" Target="../media/2800c4048c712d1101d8646433a4a4f1261a3191.png"/>
<Relationship Id="rId6" Type="http://schemas.openxmlformats.org/officeDocument/2006/relationships/image" Target="../media/c2969fdef6fa911423579bc5ca6ce8854e69b38a.png"/>
<Relationship Id="rId7" Type="http://schemas.openxmlformats.org/officeDocument/2006/relationships/image" Target="../media/cf9fa794e8d9965e539e493da284382d3dccaf90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1ff0b4f6f50c063e10be65f6bb9b22f27d125f0c.png"/>
<Relationship Id="rId3" Type="http://schemas.openxmlformats.org/officeDocument/2006/relationships/image" Target="../media/4cb49bea64d795beae088128c15442fefce11033.png"/>
<Relationship Id="rId4" Type="http://schemas.openxmlformats.org/officeDocument/2006/relationships/image" Target="../media/b7ab5a9e251f0ae54d6c396d894d9da17b8dbdbe.png"/>
<Relationship Id="rId5" Type="http://schemas.openxmlformats.org/officeDocument/2006/relationships/image" Target="../media/66aabab39b27c97d0d6bb07c068b8a45991dc628.png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47b3ee47be193bb8cd5489b3872c2f6571e688a4.png"/>
<Relationship Id="rId3" Type="http://schemas.openxmlformats.org/officeDocument/2006/relationships/image" Target="../media/ed18e1ada232c40472b89acf251effa74881080a.png"/>
<Relationship Id="rId4" Type="http://schemas.openxmlformats.org/officeDocument/2006/relationships/image" Target="../media/76e1246574ef62867769f27840ef70fef7768443.png"/>
<Relationship Id="rId5" Type="http://schemas.openxmlformats.org/officeDocument/2006/relationships/image" Target="../media/46a626dd401c72d3c6560c5e38f5afb25a688d55.png"/>
<Relationship Id="rId6" Type="http://schemas.openxmlformats.org/officeDocument/2006/relationships/image" Target="../media/dd0f4f3c452388d7588ad78eca41bca63a00acf5.png"/>
<Relationship Id="rId7" Type="http://schemas.openxmlformats.org/officeDocument/2006/relationships/image" Target="../media/441a6d6469ed196403dfc370248eacb820fe2834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94944"/>
            <a:ext cx="1115568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95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 | TREND: plot 수동 부착 / 비고: 수동 작성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078992"/>
          <a:ext cx="11603736" cy="5321808"/>
        </p:xfrm>
        <a:graphic>
          <a:graphicData uri="http://schemas.openxmlformats.org/drawingml/2006/table">
            <a:tbl>
              <a:tblPr/>
              <a:tblGrid>
                <a:gridCol w="502920"/>
                <a:gridCol w="502920"/>
                <a:gridCol w="502920"/>
                <a:gridCol w="1554480"/>
                <a:gridCol w="502920"/>
                <a:gridCol w="502920"/>
                <a:gridCol w="594360"/>
                <a:gridCol w="594360"/>
                <a:gridCol w="640080"/>
                <a:gridCol w="2231136"/>
                <a:gridCol w="3474720"/>
              </a:tblGrid>
              <a:tr h="210312">
                <a:tc grid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주요 항목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변동결과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비고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TREND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TGT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Delta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Sigma Delta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408432"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Peri_PB_004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+0.6sig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Peri_PB_033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+0.01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Peri_PB_052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Peri_BL_079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+0.4sig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Peri_BL_122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Cell_WLS_153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Cell_WLS_196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Cell_TCMC_207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Cell_WTC_259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Cell_WTC_290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GOOBAE: WL trend by REF/TARGET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Showing GOOBAE 1-3 of 3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</a:tblGrid>
              <a:tr h="292608">
                <a:tc gridSpan="2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gridSpan="9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2WL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4315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9144" y="2139696"/>
            <a:ext cx="310896" cy="420624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38328" y="2139696"/>
            <a:ext cx="875538" cy="420624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1305306" y="2139696"/>
            <a:ext cx="875538" cy="420624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2272284" y="2139696"/>
            <a:ext cx="875538" cy="4206240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PB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Showing MSR 1-6 of 6;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PB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(ML_MSR_052) Peri_PB_052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+0.3sig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(ML_MSR_046) Peri_PB_046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(ML_MSR_070) Peri_PB_070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(ML_MSR_023) Peri_PB_023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(ML_MSR_004) Peri_PB_004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+0.6sig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(ML_MSR_034) Peri_PB_034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WLS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Showing MSR 1-3 of 3;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WLS - MSR 1-3 of 3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(ML_MSR_180) Cell_WLS_180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(ML_MSR_196) Cell_WLS_196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(ML_MSR_193) Cell_WLS_193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BL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Showing MSR 1-6 of 6;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BL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(ML_MSR_134) Peri_BL_134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(ML_MSR_122) Peri_BL_122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(ML_MSR_139) Peri_BL_139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(ML_MSR_141) Peri_BL_141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(ML_MSR_121) Peri_BL_121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(ML_MSR_101) Peri_BL_101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WTC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Showing MSR 1-4 of 4;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WTC - MSR 1-4 of 4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(ML_MSR_298) Cell_WTC_298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+0.0sig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(ML_MSR_266) Cell_WTC_266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+0.0sig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(ML_MSR_290) Cell_WTC_290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(ML_MSR_271) Cell_WTC_271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TCMC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Showing MSR 1-6 of 6;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TCMC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(ML_MSR_207) Cell_TCMC_207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(ML_MSR_212) Cell_TCMC_212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(ML_MSR_234) Cell_TCMC_234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(ML_MSR_235) Cell_TCMC_235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(ML_MSR_203) Cell_TCMC_203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+0.6sig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(ML_MSR_219) Cell_TCMC_219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2026-07-29T11:33:41Z</dcterms:modified>
  <cp:category/>
</cp:coreProperties>
</file>