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
<Relationships  xmlns="http://schemas.openxmlformats.org/package/2006/relationships"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3" Type="http://schemas.openxmlformats.org/officeDocument/2006/relationships/presProps" Target="presProps.xml"/>
<Relationship Id="rId4" Type="http://schemas.openxmlformats.org/officeDocument/2006/relationships/viewProps" Target="viewProps.xml"/>
<Relationship Id="rId5" Type="http://schemas.openxmlformats.org/officeDocument/2006/relationships/theme" Target="theme/theme1.xml"/>
<Relationship Id="rId6" Type="http://schemas.openxmlformats.org/officeDocument/2006/relationships/tableStyles" Target="tableStyles.xml"/>
<Relationship Id="rId7" Type="http://schemas.openxmlformats.org/officeDocument/2006/relationships/slide" Target="slides/slide1.xml"/>
<Relationship Id="rId8" Type="http://schemas.openxmlformats.org/officeDocument/2006/relationships/slide" Target="slides/slide2.xml"/>
<Relationship Id="rId9" Type="http://schemas.openxmlformats.org/officeDocument/2006/relationships/slide" Target="slides/slide3.xml"/>
<Relationship Id="rId10" Type="http://schemas.openxmlformats.org/officeDocument/2006/relationships/slide" Target="slides/slide4.xml"/>
<Relationship Id="rId11" Type="http://schemas.openxmlformats.org/officeDocument/2006/relationships/slide" Target="slides/slide5.xml"/>
<Relationship Id="rId12" Type="http://schemas.openxmlformats.org/officeDocument/2006/relationships/slide" Target="slides/slide6.xml"/>
<Relationship Id="rId13" Type="http://schemas.openxmlformats.org/officeDocument/2006/relationships/slide" Target="slides/slide7.xml"/>
</Relationships>
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8978597d099deeff98661a3e188d73f47359f5ef.png"/>
<Relationship Id="rId3" Type="http://schemas.openxmlformats.org/officeDocument/2006/relationships/image" Target="../media/6254031c56dbc802d0098dfdd0f83cb6fcfb9673.png"/>
<Relationship Id="rId4" Type="http://schemas.openxmlformats.org/officeDocument/2006/relationships/image" Target="../media/b1f5aeb01e9749448715d86eab3eba3674290b2a.png"/>
<Relationship Id="rId5" Type="http://schemas.openxmlformats.org/officeDocument/2006/relationships/image" Target="../media/13b9966d695f49e609f2d3eb307425b401af93e1.png"/>
</Relationships>

</file>

<file path=ppt/slides/_rels/slide3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e8355556bdf89a41faf0dd197bc96fbdf4b90089.png"/>
<Relationship Id="rId3" Type="http://schemas.openxmlformats.org/officeDocument/2006/relationships/image" Target="../media/02d6ff4a17734f04a66ff67530af0166b5c7ee72.png"/>
<Relationship Id="rId4" Type="http://schemas.openxmlformats.org/officeDocument/2006/relationships/image" Target="../media/b8f641f7f9e059da03f9461fefdc5fba76696d0b.png"/>
<Relationship Id="rId5" Type="http://schemas.openxmlformats.org/officeDocument/2006/relationships/image" Target="../media/754fe19431161e0c16504118de26d1ab7ba835c7.png"/>
<Relationship Id="rId6" Type="http://schemas.openxmlformats.org/officeDocument/2006/relationships/image" Target="../media/669e4583e5c17df671b347c3480f2980806a2f72.png"/>
<Relationship Id="rId7" Type="http://schemas.openxmlformats.org/officeDocument/2006/relationships/image" Target="../media/c03c8b191579e53f3b7d8ee736e72b8c46cd3384.png"/>
</Relationships>

</file>

<file path=ppt/slides/_rels/slide4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97757552594a229907da3d9bd8cf22d2c4b854ad.png"/>
<Relationship Id="rId3" Type="http://schemas.openxmlformats.org/officeDocument/2006/relationships/image" Target="../media/83cf5c475d82d5c96f9076bf113907f41346e55f.png"/>
<Relationship Id="rId4" Type="http://schemas.openxmlformats.org/officeDocument/2006/relationships/image" Target="../media/40979ae3190b425da4f629f6efd8c42ca323781b.png"/>
</Relationships>

</file>

<file path=ppt/slides/_rels/slide5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fad51188e5040ae8b8cc484c5bff2182fbf03f67.png"/>
<Relationship Id="rId3" Type="http://schemas.openxmlformats.org/officeDocument/2006/relationships/image" Target="../media/d3c35551abcecc7ed5f0489b3b2707eaa6c97c12.png"/>
<Relationship Id="rId4" Type="http://schemas.openxmlformats.org/officeDocument/2006/relationships/image" Target="../media/0001778a602823b4fe1318d1488010b44644f209.png"/>
<Relationship Id="rId5" Type="http://schemas.openxmlformats.org/officeDocument/2006/relationships/image" Target="../media/27d3b2f616c3a574c8589b031496949873f6a1f7.png"/>
<Relationship Id="rId6" Type="http://schemas.openxmlformats.org/officeDocument/2006/relationships/image" Target="../media/8f2e491a288cd14d6ade95855076583fcdf31d74.png"/>
<Relationship Id="rId7" Type="http://schemas.openxmlformats.org/officeDocument/2006/relationships/image" Target="../media/86de812443ee999abe78bc3c4ad2b9efa94caf18.png"/>
</Relationships>

</file>

<file path=ppt/slides/_rels/slide6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187b872d7dd48db1a2c9ea476de3171e03bfc718.png"/>
<Relationship Id="rId3" Type="http://schemas.openxmlformats.org/officeDocument/2006/relationships/image" Target="../media/d94833a0b1507cdd9e1d5b6bbde91504c76aa03b.png"/>
<Relationship Id="rId4" Type="http://schemas.openxmlformats.org/officeDocument/2006/relationships/image" Target="../media/dba9238f7cbd74a3cb84028b48c1fed46b2860bb.png"/>
<Relationship Id="rId5" Type="http://schemas.openxmlformats.org/officeDocument/2006/relationships/image" Target="../media/16804a2a3ea352ccddd8fbdd604ccb2835245a02.png"/>
</Relationships>

</file>

<file path=ppt/slides/_rels/slide7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6.xml"/>
<Relationship Id="rId2" Type="http://schemas.openxmlformats.org/officeDocument/2006/relationships/image" Target="../media/cfd285e303779c7dfbae4852653964661b5f4c8a.png"/>
<Relationship Id="rId3" Type="http://schemas.openxmlformats.org/officeDocument/2006/relationships/image" Target="../media/9b1eb20f7c3d94bb24a4cf8fec4cb3487c2e333f.png"/>
<Relationship Id="rId4" Type="http://schemas.openxmlformats.org/officeDocument/2006/relationships/image" Target="../media/1bcabc207d141dc15aacdea7cbc523f00e0c89e1.png"/>
<Relationship Id="rId5" Type="http://schemas.openxmlformats.org/officeDocument/2006/relationships/image" Target="../media/fcbd7c934c7806e4c0e3654d9c8eebce191a7879.png"/>
<Relationship Id="rId6" Type="http://schemas.openxmlformats.org/officeDocument/2006/relationships/image" Target="../media/1e60fb18dad31a71ebee62e218eeac74bd1b40ca.png"/>
<Relationship Id="rId7" Type="http://schemas.openxmlformats.org/officeDocument/2006/relationships/image" Target="../media/c9b20207a92afcb0b475d62bc656f721f6ed6fda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94944"/>
            <a:ext cx="1115568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5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95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 | Threshold: 0.5 | TREND: plot 수동 부착 / 비고: 수동 작성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078992"/>
          <a:ext cx="11603736" cy="5321808"/>
        </p:xfrm>
        <a:graphic>
          <a:graphicData uri="http://schemas.openxmlformats.org/drawingml/2006/table">
            <a:tbl>
              <a:tblPr/>
              <a:tblGrid>
                <a:gridCol w="502920"/>
                <a:gridCol w="502920"/>
                <a:gridCol w="502920"/>
                <a:gridCol w="1554480"/>
                <a:gridCol w="502920"/>
                <a:gridCol w="502920"/>
                <a:gridCol w="594360"/>
                <a:gridCol w="594360"/>
                <a:gridCol w="640080"/>
                <a:gridCol w="2231136"/>
                <a:gridCol w="3474720"/>
              </a:tblGrid>
              <a:tr h="210312">
                <a:tc grid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구분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주요 항목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지수수준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Diff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0">
                      <a:noFill/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변동결과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비고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TREND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210312"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REF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TGT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Delta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Sigma Delta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FFFFFF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15240">
                      <a:solidFill>
                        <a:srgbClr val="4D4D4D">
                          <a:alpha val="100000"/>
                        </a:srgbClr>
                      </a:solidFill>
                      <a:prstDash val="solid"/>
                    </a:lnB>
                    <a:solidFill>
                      <a:srgbClr val="4D4D4D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Peri_PB_004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+0.6sig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0">
                      <a:noFill/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Peri_PB_033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+0.01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PB_3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Peri_PB_052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Peri_BL_079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+0.4sig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Peri_BL_122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BL_3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Peri_BL_134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rowSpan="6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Cell_WLS_153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0.36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Cell_WLS_196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Cell_TCMC_207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TCMC_2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Cell_TCMC_234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0.35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+0.35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+0.7sig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Cell_WTC_259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-0.01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-0.02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-0.0sig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8C8C8C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Stable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  <a:tr h="408432"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 vMerge="true"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243B5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WTC_2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Cell_WTC_290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0.00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0.34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+0.34</a:t>
                      </a:r>
                    </a:p>
                  </a:txBody>
                  <a:tcPr anchor="ctr" marB="12700" marT="12700" marR="0" marL="0">
                    <a:lnL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C628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+0.5sig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1" u="none" strike="noStrike">
                          <a:solidFill>
                            <a:srgbClr val="D62728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⬤ Up</a:t>
                      </a:r>
                    </a:p>
                  </a:txBody>
                  <a:tcPr anchor="ctr" marB="12700" marT="12700" marR="0" marL="0">
                    <a:lnL algn="ctr" cmpd="sng" cap="flat" w="0">
                      <a:noFill/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l" marL="19050" marR="19050">
                        <a:lnSpc>
                          <a:spcPct val="100000"/>
                        </a:lnSpc>
                        <a:spcBef>
                          <a:spcPts val="150"/>
                        </a:spcBef>
                        <a:spcAft>
                          <a:spcPts val="15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12700" marT="12700" marR="0" marL="0">
                    <a:lnL algn="ctr" cmpd="sng" cap="flat" w="10160">
                      <a:solidFill>
                        <a:srgbClr val="8C8C8C">
                          <a:alpha val="100000"/>
                        </a:srgbClr>
                      </a:solidFill>
                      <a:prstDash val="solid"/>
                    </a:lnL>
                    <a:lnR algn="ctr" cmpd="sng" cap="flat" w="0">
                      <a:noFill/>
                      <a:prstDash val="solid"/>
                    </a:lnR>
                    <a:lnT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T>
                    <a:lnB algn="ctr" cmpd="sng" cap="flat" w="4445">
                      <a:solidFill>
                        <a:srgbClr val="CCCCCC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100000"/>
                      </a:srgbClr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GOOBAE: WL trend by REF/TARGET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GOOBAE 1-3 of 3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  <a:gridCol w="966978"/>
              </a:tblGrid>
              <a:tr h="292608">
                <a:tc gridSpan="2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WLS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WTC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gridSpan="9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2WL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1WL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50" i="0" b="0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4315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4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pic>
        <p:nvPicPr>
          <p:cNvPr id="5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9144" y="2139696"/>
            <a:ext cx="310896" cy="4206240"/>
          </a:xfrm>
          <a:prstGeom prst="rect">
            <a:avLst/>
          </a:prstGeom>
        </p:spPr>
      </p:pic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38328" y="2139696"/>
            <a:ext cx="875538" cy="4206240"/>
          </a:xfrm>
          <a:prstGeom prst="rect">
            <a:avLst/>
          </a:prstGeom>
        </p:spPr>
      </p:pic>
      <p:pic>
        <p:nvPicPr>
          <p:cNvPr id="7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1305306" y="2139696"/>
            <a:ext cx="875538" cy="4206240"/>
          </a:xfrm>
          <a:prstGeom prst="rect">
            <a:avLst/>
          </a:prstGeom>
        </p:spPr>
      </p:pic>
      <p:pic>
        <p:nvPicPr>
          <p:cNvPr id="8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2272284" y="2139696"/>
            <a:ext cx="875538" cy="4206240"/>
          </a:xfrm>
          <a:prstGeom prst="rect">
            <a:avLst/>
          </a:prstGeom>
        </p:spPr>
      </p:pic>
      <p:sp>
        <p:nvSpPr>
          <p:cNvPr id="9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PB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PB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(ML_MSR_052) Peri_PB_052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+0.3sig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(ML_MSR_046) Peri_PB_046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(ML_MSR_070) Peri_PB_070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(ML_MSR_023) Peri_PB_023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(ML_MSR_004) Peri_PB_004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(ML_MSR_034) Peri_PB_034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WLS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1-3 of 3;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WLS - MSR 1-3 of 3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(ML_MSR_180) Cell_WLS_180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(ML_MSR_196) Cell_WLS_196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(ML_MSR_193) Cell_WLS_193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BL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BL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(ML_MSR_134) Peri_BL_134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-0.0sig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(ML_MSR_122) Peri_BL_122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(ML_MSR_139) Peri_BL_139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(ML_MSR_141) Peri_BL_141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(ML_MSR_121) Peri_BL_121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(ML_MSR_101) Peri_BL_101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WTC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1-4 of 4;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WTC - MSR 1-4 of 4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(ML_MSR_298) Cell_WTC_298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8C8C8C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(ML_MSR_266) Cell_WTC_266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+0.0sig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(ML_MSR_290) Cell_WTC_290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(ML_MSR_271) Cell_WTC_271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>
            <a:spLocks noGrp="1"/>
          </p:cNvSpPr>
          <p:nvPr>
            <p:ph/>
          </p:nvPr>
        </p:nvSpPr>
        <p:spPr>
          <a:xfrm>
            <a:off x="457200" y="237744"/>
            <a:ext cx="11155680" cy="31089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2000" i="0" b="1" u="none" strike="noStrike">
                <a:solidFill>
                  <a:srgbClr val="111111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[DM] Data Review Board Auto Report</a:t>
            </a:r>
          </a:p>
        </p:txBody>
      </p:sp>
      <p:sp>
        <p:nvSpPr>
          <p:cNvPr id="3" name=""/>
          <p:cNvSpPr>
            <a:spLocks noGrp="1"/>
          </p:cNvSpPr>
          <p:nvPr>
            <p:ph/>
          </p:nvPr>
        </p:nvSpPr>
        <p:spPr>
          <a:xfrm>
            <a:off x="457200" y="676656"/>
            <a:ext cx="11155680" cy="64008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Category: Category2: TCMC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REF: A / TARGET: B</a:t>
            </a:r>
          </a:p>
          <a:p>
            <a:pPr algn="l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100" i="0" b="1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■</a:t>
            </a:r>
            <a:r>
              <a:rPr cap="none" sz="11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Showing MSR 1-6 of 6; threshold 0.5</a:t>
            </a:r>
          </a:p>
        </p:txBody>
      </p:sp>
      <p:graphicFrame>
        <p:nvGraphicFramePr>
          <p:cNvPr id="4" name=""/>
          <p:cNvGraphicFramePr>
            <a:graphicFrameLocks noGrp="true"/>
          </p:cNvGraphicFramePr>
          <p:nvPr/>
        </p:nvGraphicFramePr>
        <p:xfrm rot="0">
          <a:off x="292608" y="1536192"/>
          <a:ext cx="11603736" cy="4864608"/>
        </p:xfrm>
        <a:graphic>
          <a:graphicData uri="http://schemas.openxmlformats.org/drawingml/2006/table">
            <a:tbl>
              <a:tblPr/>
              <a:tblGrid>
                <a:gridCol w="2900934"/>
                <a:gridCol w="2900934"/>
                <a:gridCol w="2900934"/>
                <a:gridCol w="2900934"/>
              </a:tblGrid>
              <a:tr h="292608">
                <a:tc gridSpan="4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Category2: TCMC - MSR 1-6 of 6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  <a:tc hMerge="true"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1000" i="0" b="1" u="none" strike="noStrike">
                          <a:solidFill>
                            <a:srgbClr val="333333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E0E0E0">
                        <a:alpha val="10000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2F2F2">
                        <a:alpha val="100000"/>
                      </a:srgbClr>
                    </a:solidFill>
                  </a:tcPr>
                </a:tc>
              </a:tr>
              <a:tr h="2029968"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algn="ctr" marL="0" marR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cap="none" sz="800" i="0" b="0" u="none" strike="noStrike">
                          <a:solidFill>
                            <a:srgbClr val="000000">
                              <a:alpha val="100000"/>
                            </a:srgbClr>
                          </a:solidFill>
                          <a:latin typeface="Malgun Gothic"/>
                          <a:cs typeface="Malgun Gothic"/>
                          <a:ea typeface="Malgun Gothic"/>
                          <a:sym typeface="Malgun Gothic"/>
                        </a:rPr>
                        <a:t> </a:t>
                      </a:r>
                    </a:p>
                  </a:txBody>
                  <a:tcPr anchor="ctr" marB="0" marT="0" marR="0" marL="0">
                    <a:lnL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L>
                    <a:lnR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R>
                    <a:lnT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T>
                    <a:lnB algn="ctr" cmpd="sng" cap="flat" w="6350">
                      <a:solidFill>
                        <a:srgbClr val="D9D9D9">
                          <a:alpha val="100000"/>
                        </a:srgbClr>
                      </a:solidFill>
                      <a:prstDash val="solid"/>
                    </a:lnB>
                    <a:solidFill>
                      <a:srgbClr val="FFFFFF">
                        <a:alpha val="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5" name=""/>
          <p:cNvSpPr>
            <a:spLocks noGrp="1"/>
          </p:cNvSpPr>
          <p:nvPr>
            <p:ph/>
          </p:nvPr>
        </p:nvSpPr>
        <p:spPr>
          <a:xfrm>
            <a:off x="329184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(ML_MSR_207) Cell_TCMC_207</a:t>
            </a:r>
          </a:p>
        </p:txBody>
      </p:sp>
      <p:pic>
        <p:nvPicPr>
          <p:cNvPr id="6" name="" descr=""/>
          <p:cNvPicPr>
            <a:picLocks noGrp="1"/>
          </p:cNvPicPr>
          <p:nvPr>
            <p:ph/>
          </p:nvPr>
        </p:nvPicPr>
        <p:blipFill>
          <a:blip r:embed="rId2"/>
          <a:stretch>
            <a:fillRect/>
          </a:stretch>
        </p:blipFill>
        <p:spPr>
          <a:xfrm>
            <a:off x="329184" y="2112264"/>
            <a:ext cx="2827782" cy="1965960"/>
          </a:xfrm>
          <a:prstGeom prst="rect">
            <a:avLst/>
          </a:prstGeom>
        </p:spPr>
      </p:pic>
      <p:sp>
        <p:nvSpPr>
          <p:cNvPr id="7" name=""/>
          <p:cNvSpPr>
            <a:spLocks noGrp="1"/>
          </p:cNvSpPr>
          <p:nvPr>
            <p:ph/>
          </p:nvPr>
        </p:nvSpPr>
        <p:spPr>
          <a:xfrm>
            <a:off x="2562606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8" name=""/>
          <p:cNvSpPr>
            <a:spLocks noGrp="1"/>
          </p:cNvSpPr>
          <p:nvPr>
            <p:ph/>
          </p:nvPr>
        </p:nvSpPr>
        <p:spPr>
          <a:xfrm>
            <a:off x="3230118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(ML_MSR_212) Cell_TCMC_212</a:t>
            </a:r>
          </a:p>
        </p:txBody>
      </p:sp>
      <p:pic>
        <p:nvPicPr>
          <p:cNvPr id="9" name="" descr=""/>
          <p:cNvPicPr>
            <a:picLocks noGrp="1"/>
          </p:cNvPicPr>
          <p:nvPr>
            <p:ph/>
          </p:nvPr>
        </p:nvPicPr>
        <p:blipFill>
          <a:blip r:embed="rId3"/>
          <a:stretch>
            <a:fillRect/>
          </a:stretch>
        </p:blipFill>
        <p:spPr>
          <a:xfrm>
            <a:off x="3230118" y="2112264"/>
            <a:ext cx="2827782" cy="1965960"/>
          </a:xfrm>
          <a:prstGeom prst="rect">
            <a:avLst/>
          </a:prstGeom>
        </p:spPr>
      </p:pic>
      <p:sp>
        <p:nvSpPr>
          <p:cNvPr id="10" name=""/>
          <p:cNvSpPr>
            <a:spLocks noGrp="1"/>
          </p:cNvSpPr>
          <p:nvPr>
            <p:ph/>
          </p:nvPr>
        </p:nvSpPr>
        <p:spPr>
          <a:xfrm>
            <a:off x="5463540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1" name=""/>
          <p:cNvSpPr>
            <a:spLocks noGrp="1"/>
          </p:cNvSpPr>
          <p:nvPr>
            <p:ph/>
          </p:nvPr>
        </p:nvSpPr>
        <p:spPr>
          <a:xfrm>
            <a:off x="6131052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(ML_MSR_234) Cell_TCMC_234</a:t>
            </a:r>
          </a:p>
        </p:txBody>
      </p:sp>
      <p:pic>
        <p:nvPicPr>
          <p:cNvPr id="12" name="" descr=""/>
          <p:cNvPicPr>
            <a:picLocks noGrp="1"/>
          </p:cNvPicPr>
          <p:nvPr>
            <p:ph/>
          </p:nvPr>
        </p:nvPicPr>
        <p:blipFill>
          <a:blip r:embed="rId4"/>
          <a:stretch>
            <a:fillRect/>
          </a:stretch>
        </p:blipFill>
        <p:spPr>
          <a:xfrm>
            <a:off x="6131052" y="2112264"/>
            <a:ext cx="2827782" cy="1965960"/>
          </a:xfrm>
          <a:prstGeom prst="rect">
            <a:avLst/>
          </a:prstGeom>
        </p:spPr>
      </p:pic>
      <p:sp>
        <p:nvSpPr>
          <p:cNvPr id="13" name=""/>
          <p:cNvSpPr>
            <a:spLocks noGrp="1"/>
          </p:cNvSpPr>
          <p:nvPr>
            <p:ph/>
          </p:nvPr>
        </p:nvSpPr>
        <p:spPr>
          <a:xfrm>
            <a:off x="8364474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4" name=""/>
          <p:cNvSpPr>
            <a:spLocks noGrp="1"/>
          </p:cNvSpPr>
          <p:nvPr>
            <p:ph/>
          </p:nvPr>
        </p:nvSpPr>
        <p:spPr>
          <a:xfrm>
            <a:off x="9031986" y="1842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(ML_MSR_235) Cell_TCMC_235</a:t>
            </a:r>
          </a:p>
        </p:txBody>
      </p:sp>
      <p:pic>
        <p:nvPicPr>
          <p:cNvPr id="15" name="" descr=""/>
          <p:cNvPicPr>
            <a:picLocks noGrp="1"/>
          </p:cNvPicPr>
          <p:nvPr>
            <p:ph/>
          </p:nvPr>
        </p:nvPicPr>
        <p:blipFill>
          <a:blip r:embed="rId5"/>
          <a:stretch>
            <a:fillRect/>
          </a:stretch>
        </p:blipFill>
        <p:spPr>
          <a:xfrm>
            <a:off x="9031986" y="2112264"/>
            <a:ext cx="2827782" cy="1965960"/>
          </a:xfrm>
          <a:prstGeom prst="rect">
            <a:avLst/>
          </a:prstGeom>
        </p:spPr>
      </p:pic>
      <p:sp>
        <p:nvSpPr>
          <p:cNvPr id="16" name=""/>
          <p:cNvSpPr>
            <a:spLocks noGrp="1"/>
          </p:cNvSpPr>
          <p:nvPr>
            <p:ph/>
          </p:nvPr>
        </p:nvSpPr>
        <p:spPr>
          <a:xfrm>
            <a:off x="11265408" y="2139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+0.7sig</a:t>
            </a:r>
          </a:p>
        </p:txBody>
      </p:sp>
      <p:sp>
        <p:nvSpPr>
          <p:cNvPr id="17" name=""/>
          <p:cNvSpPr>
            <a:spLocks noGrp="1"/>
          </p:cNvSpPr>
          <p:nvPr>
            <p:ph/>
          </p:nvPr>
        </p:nvSpPr>
        <p:spPr>
          <a:xfrm>
            <a:off x="329184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(ML_MSR_203) Cell_TCMC_203</a:t>
            </a:r>
          </a:p>
        </p:txBody>
      </p:sp>
      <p:pic>
        <p:nvPicPr>
          <p:cNvPr id="18" name="" descr=""/>
          <p:cNvPicPr>
            <a:picLocks noGrp="1"/>
          </p:cNvPicPr>
          <p:nvPr>
            <p:ph/>
          </p:nvPr>
        </p:nvPicPr>
        <p:blipFill>
          <a:blip r:embed="rId6"/>
          <a:stretch>
            <a:fillRect/>
          </a:stretch>
        </p:blipFill>
        <p:spPr>
          <a:xfrm>
            <a:off x="329184" y="4398264"/>
            <a:ext cx="2827782" cy="1965960"/>
          </a:xfrm>
          <a:prstGeom prst="rect">
            <a:avLst/>
          </a:prstGeom>
        </p:spPr>
      </p:pic>
      <p:sp>
        <p:nvSpPr>
          <p:cNvPr id="19" name=""/>
          <p:cNvSpPr>
            <a:spLocks noGrp="1"/>
          </p:cNvSpPr>
          <p:nvPr>
            <p:ph/>
          </p:nvPr>
        </p:nvSpPr>
        <p:spPr>
          <a:xfrm>
            <a:off x="2562606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+0.6sig</a:t>
            </a:r>
          </a:p>
        </p:txBody>
      </p:sp>
      <p:sp>
        <p:nvSpPr>
          <p:cNvPr id="20" name=""/>
          <p:cNvSpPr>
            <a:spLocks noGrp="1"/>
          </p:cNvSpPr>
          <p:nvPr>
            <p:ph/>
          </p:nvPr>
        </p:nvSpPr>
        <p:spPr>
          <a:xfrm>
            <a:off x="3230118" y="4128516"/>
            <a:ext cx="2827782" cy="228600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900" i="0" b="1" u="none" strike="noStrike">
                <a:solidFill>
                  <a:srgbClr val="D62728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⬤</a:t>
            </a:r>
            <a:r>
              <a:rPr cap="none" sz="9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(ML_MSR_219) Cell_TCMC_219</a:t>
            </a:r>
          </a:p>
        </p:txBody>
      </p:sp>
      <p:pic>
        <p:nvPicPr>
          <p:cNvPr id="21" name="" descr=""/>
          <p:cNvPicPr>
            <a:picLocks noGrp="1"/>
          </p:cNvPicPr>
          <p:nvPr>
            <p:ph/>
          </p:nvPr>
        </p:nvPicPr>
        <p:blipFill>
          <a:blip r:embed="rId7"/>
          <a:stretch>
            <a:fillRect/>
          </a:stretch>
        </p:blipFill>
        <p:spPr>
          <a:xfrm>
            <a:off x="3230118" y="4398264"/>
            <a:ext cx="2827782" cy="1965960"/>
          </a:xfrm>
          <a:prstGeom prst="rect">
            <a:avLst/>
          </a:prstGeom>
        </p:spPr>
      </p:pic>
      <p:sp>
        <p:nvSpPr>
          <p:cNvPr id="22" name=""/>
          <p:cNvSpPr>
            <a:spLocks noGrp="1"/>
          </p:cNvSpPr>
          <p:nvPr>
            <p:ph/>
          </p:nvPr>
        </p:nvSpPr>
        <p:spPr>
          <a:xfrm>
            <a:off x="5463540" y="4425696"/>
            <a:ext cx="566928" cy="164592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800" i="0" b="0" u="none" strike="noStrike">
                <a:solidFill>
                  <a:srgbClr val="808080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+0.5sig</a:t>
            </a:r>
          </a:p>
        </p:txBody>
      </p:sp>
      <p:sp>
        <p:nvSpPr>
          <p:cNvPr id="23" name=""/>
          <p:cNvSpPr>
            <a:spLocks noGrp="1"/>
          </p:cNvSpPr>
          <p:nvPr>
            <p:ph/>
          </p:nvPr>
        </p:nvSpPr>
        <p:spPr>
          <a:xfrm>
            <a:off x="4642866" y="6446520"/>
            <a:ext cx="2903220" cy="219456"/>
          </a:xfrm>
          <a:solidFill>
            <a:srgbClr val="FFFFFF">
              <a:alpha val="0"/>
            </a:srgbClr>
          </a:solidFill>
        </p:spPr>
        <p:txBody>
          <a:bodyPr/>
          <a:lstStyle/>
          <a:p>
            <a:pPr algn="ctr" marL="0" marR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cap="none" sz="1000" i="0" b="1" u="none" strike="noStrike">
                <a:solidFill>
                  <a:srgbClr val="6489FA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A (REF, 16매)</a:t>
            </a:r>
            <a:r>
              <a:rPr cap="none" sz="1000" i="0" b="0" u="none" strike="noStrike">
                <a:solidFill>
                  <a:srgbClr val="333333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    </a:t>
            </a:r>
            <a:r>
              <a:rPr cap="none" sz="1000" i="0" b="1" u="none" strike="noStrike">
                <a:solidFill>
                  <a:srgbClr val="FA7864">
                    <a:alpha val="100000"/>
                  </a:srgbClr>
                </a:solidFill>
                <a:latin typeface="Malgun Gothic"/>
                <a:cs typeface="Malgun Gothic"/>
                <a:ea typeface="Malgun Gothic"/>
                <a:sym typeface="Malgun Gothic"/>
              </a:rPr>
              <a:t>● B (TARGET, 10매)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2013-01-27T09:14:16Z</dcterms:created>
  <dcterms:modified xsi:type="dcterms:W3CDTF">2026-07-29T15:26:57Z</dcterms:modified>
  <cp:category/>
</cp:coreProperties>
</file>