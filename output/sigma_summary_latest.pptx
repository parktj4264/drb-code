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3" Type="http://schemas.openxmlformats.org/officeDocument/2006/relationships/presProps" Target="presProps.xml"/>
<Relationship Id="rId4" Type="http://schemas.openxmlformats.org/officeDocument/2006/relationships/viewProps" Target="viewProps.xml"/>
<Relationship Id="rId5" Type="http://schemas.openxmlformats.org/officeDocument/2006/relationships/theme" Target="theme/theme1.xml"/>
<Relationship Id="rId6" Type="http://schemas.openxmlformats.org/officeDocument/2006/relationships/tableStyles" Target="tableStyles.xml"/>
<Relationship Id="rId7" Type="http://schemas.openxmlformats.org/officeDocument/2006/relationships/slide" Target="slides/slide1.xml"/>
<Relationship Id="rId8" Type="http://schemas.openxmlformats.org/officeDocument/2006/relationships/slide" Target="slides/slide2.xml"/>
<Relationship Id="rId9" Type="http://schemas.openxmlformats.org/officeDocument/2006/relationships/slide" Target="slides/slide3.xml"/>
<Relationship Id="rId10" Type="http://schemas.openxmlformats.org/officeDocument/2006/relationships/slide" Target="slides/slide4.xml"/>
<Relationship Id="rId11" Type="http://schemas.openxmlformats.org/officeDocument/2006/relationships/slide" Target="slides/slide5.xml"/>
<Relationship Id="rId12" Type="http://schemas.openxmlformats.org/officeDocument/2006/relationships/slide" Target="slides/slide6.xml"/>
<Relationship Id="rId13" Type="http://schemas.openxmlformats.org/officeDocument/2006/relationships/slide" Target="slides/slide7.xml"/>
</Relationships>
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e1ab5cbaf1cde6a15a15e8bccefe05d03bf1cb1f.png"/>
<Relationship Id="rId3" Type="http://schemas.openxmlformats.org/officeDocument/2006/relationships/image" Target="../media/6254031c56dbc802d0098dfdd0f83cb6fcfb9673.png"/>
<Relationship Id="rId4" Type="http://schemas.openxmlformats.org/officeDocument/2006/relationships/image" Target="../media/b1f5aeb01e9749448715d86eab3eba3674290b2a.png"/>
<Relationship Id="rId5" Type="http://schemas.openxmlformats.org/officeDocument/2006/relationships/image" Target="../media/13b9966d695f49e609f2d3eb307425b401af93e1.png"/>
</Relationships>

</file>

<file path=ppt/slides/_rels/slide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0b22150587987ea5186d6c5d6e6600c402e949b1.png"/>
<Relationship Id="rId3" Type="http://schemas.openxmlformats.org/officeDocument/2006/relationships/image" Target="../media/db12b0f1f38f30358f5d70c4b36680c8de664386.png"/>
<Relationship Id="rId4" Type="http://schemas.openxmlformats.org/officeDocument/2006/relationships/image" Target="../media/5914736754cc9d7d1c58c467c8e024aa343bc0f1.png"/>
<Relationship Id="rId5" Type="http://schemas.openxmlformats.org/officeDocument/2006/relationships/image" Target="../media/0dab95f894e7dcbbdfe528fe00af33fc3a2db8b0.png"/>
<Relationship Id="rId6" Type="http://schemas.openxmlformats.org/officeDocument/2006/relationships/image" Target="../media/7950adbafa9d5504169d10ef3cbea18182bd9679.png"/>
<Relationship Id="rId7" Type="http://schemas.openxmlformats.org/officeDocument/2006/relationships/image" Target="../media/2fe919dfe62b40ad6f8df0be56c15447cd1c917e.png"/>
</Relationships>

</file>

<file path=ppt/slides/_rels/slide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3da596aaaf25ce7a432187854dc607b5a61ea64a.png"/>
<Relationship Id="rId3" Type="http://schemas.openxmlformats.org/officeDocument/2006/relationships/image" Target="../media/0dc58b11c4992bde1c1422b6410e136a1241ef49.png"/>
<Relationship Id="rId4" Type="http://schemas.openxmlformats.org/officeDocument/2006/relationships/image" Target="../media/50c0577043c1d1565115e595dcda0792a7fdbd09.png"/>
</Relationships>

</file>

<file path=ppt/slides/_rels/slide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0d58b3843b3481852b12ab2eed504e217223f035.png"/>
<Relationship Id="rId3" Type="http://schemas.openxmlformats.org/officeDocument/2006/relationships/image" Target="../media/ba966a0aa6f53bbc2ba329b80f06eaea776d3948.png"/>
<Relationship Id="rId4" Type="http://schemas.openxmlformats.org/officeDocument/2006/relationships/image" Target="../media/eaf2ae53f9aa80d26959118bb88f05c5417e7cdc.png"/>
<Relationship Id="rId5" Type="http://schemas.openxmlformats.org/officeDocument/2006/relationships/image" Target="../media/aff7b683e962adc73a6c95087051eb3af6f2973a.png"/>
<Relationship Id="rId6" Type="http://schemas.openxmlformats.org/officeDocument/2006/relationships/image" Target="../media/8c3fc51c09c27b04784b349409de5e5d79059964.png"/>
<Relationship Id="rId7" Type="http://schemas.openxmlformats.org/officeDocument/2006/relationships/image" Target="../media/51743efa4289e1e6f4112af53ca11568d9e0c73c.png"/>
</Relationships>

</file>

<file path=ppt/slides/_rels/slide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17cd92382c36808e5df50104d48e0ede42a05589.png"/>
<Relationship Id="rId3" Type="http://schemas.openxmlformats.org/officeDocument/2006/relationships/image" Target="../media/e36ae12189ef7b5f78d266a8144cfe5011532d20.png"/>
<Relationship Id="rId4" Type="http://schemas.openxmlformats.org/officeDocument/2006/relationships/image" Target="../media/4f0bf08d5e26997a196e1402c17ada89fb27fd94.png"/>
<Relationship Id="rId5" Type="http://schemas.openxmlformats.org/officeDocument/2006/relationships/image" Target="../media/22ca9e47576f938cf27d07ac429db76c2ced7002.png"/>
</Relationships>

</file>

<file path=ppt/slides/_rels/slide7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0479b7121cd90b39ffc6e65408373dfab26dd225.png"/>
<Relationship Id="rId3" Type="http://schemas.openxmlformats.org/officeDocument/2006/relationships/image" Target="../media/ebc674812e734cb7360935a7c408e9de471cfcf0.png"/>
<Relationship Id="rId4" Type="http://schemas.openxmlformats.org/officeDocument/2006/relationships/image" Target="../media/a60cfd077ec76bbc4f6ce36cf6c8631af1efa05f.png"/>
<Relationship Id="rId5" Type="http://schemas.openxmlformats.org/officeDocument/2006/relationships/image" Target="../media/66b23a8f9172101f3bc1a0a07ffc1abf6badca7a.png"/>
<Relationship Id="rId6" Type="http://schemas.openxmlformats.org/officeDocument/2006/relationships/image" Target="../media/16d93606c2fc64943515fc7c2299518bdf8f439d.png"/>
<Relationship Id="rId7" Type="http://schemas.openxmlformats.org/officeDocument/2006/relationships/image" Target="../media/d281fd0ab7ce6e49af037ae2348f04ebc81f1eec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94944"/>
            <a:ext cx="1115568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95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REF: A / TARGET: B | Threshold: 0.5 | TREND: plot 수동 부착 / 비고: 수동 작성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078992"/>
          <a:ext cx="11603736" cy="5321808"/>
        </p:xfrm>
        <a:graphic>
          <a:graphicData uri="http://schemas.openxmlformats.org/drawingml/2006/table">
            <a:tbl>
              <a:tblPr/>
              <a:tblGrid>
                <a:gridCol w="502920"/>
                <a:gridCol w="502920"/>
                <a:gridCol w="502920"/>
                <a:gridCol w="1554480"/>
                <a:gridCol w="502920"/>
                <a:gridCol w="502920"/>
                <a:gridCol w="594360"/>
                <a:gridCol w="594360"/>
                <a:gridCol w="640080"/>
                <a:gridCol w="2231136"/>
                <a:gridCol w="3474720"/>
              </a:tblGrid>
              <a:tr h="210312">
                <a:tc gridSpan="3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주요 항목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지수수준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지수수준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Diff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Diff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변동결과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비고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TREND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REF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TGT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Delta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Sigma Delta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</a:tr>
              <a:tr h="408432">
                <a:tc rowSpan="6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Peri_PB_004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+0.6sig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Peri_PB_033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+0.01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+0.0sig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PB_3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Peri_PB_052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0.34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+0.3sig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Peri_BL_079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+0.4sig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Peri_BL_122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rowSpan="6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Cell_WLS_153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0.36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+0.36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Cell_WLS_196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Cell_TCMC_207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Cell_WTC_259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-0.02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Cell_WTC_290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0.34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GOOBAE: WL trend by REF/TARGET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REF: A / TARGET: 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Showing GOOBAE 1-3 of 3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</a:tblGrid>
              <a:tr h="292608">
                <a:tc gridSpan="2">
                  <a:txBody>
                    <a:bodyPr/>
                    <a:lstStyle/>
                    <a:p>
                      <a:pPr algn="ctr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gridSpan="9">
                  <a:txBody>
                    <a:bodyPr/>
                    <a:lstStyle/>
                    <a:p>
                      <a:pPr algn="ctr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1WL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2WL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1WL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4315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9144" y="2139696"/>
            <a:ext cx="310896" cy="420624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38328" y="2139696"/>
            <a:ext cx="875538" cy="4206240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1305306" y="2139696"/>
            <a:ext cx="875538" cy="4206240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2272284" y="2139696"/>
            <a:ext cx="875538" cy="4206240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4711446" y="6446520"/>
            <a:ext cx="276606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B (TARGET, 10매)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Category: Category2: PB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REF: A / TARGET: 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Showing MSR 1-6 of 6; threshold 0.5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Category2: PB - MSR 1-6 of 6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(ML_MSR_052) Peri_PB_052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+0.3sig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(ML_MSR_046) Peri_PB_046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-0.0sig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(ML_MSR_070) Peri_PB_070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-0.0sig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(ML_MSR_023) Peri_PB_023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12264"/>
            <a:ext cx="2827782" cy="196596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11265408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-0.0sig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(ML_MSR_004) Peri_PB_004</a:t>
            </a:r>
          </a:p>
        </p:txBody>
      </p:sp>
      <p:pic>
        <p:nvPicPr>
          <p:cNvPr id="18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98264"/>
            <a:ext cx="2827782" cy="196596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2562606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+0.6sig</a:t>
            </a:r>
          </a:p>
        </p:txBody>
      </p:sp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(ML_MSR_034) Peri_PB_034</a:t>
            </a:r>
          </a:p>
        </p:txBody>
      </p:sp>
      <p:pic>
        <p:nvPicPr>
          <p:cNvPr id="21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98264"/>
            <a:ext cx="2827782" cy="1965960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p:ph/>
          </p:nvPr>
        </p:nvSpPr>
        <p:spPr>
          <a:xfrm>
            <a:off x="5463540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+0.5sig</a:t>
            </a:r>
          </a:p>
        </p:txBody>
      </p:sp>
      <p:sp>
        <p:nvSpPr>
          <p:cNvPr id="23" name=""/>
          <p:cNvSpPr>
            <a:spLocks noGrp="1"/>
          </p:cNvSpPr>
          <p:nvPr>
            <p:ph/>
          </p:nvPr>
        </p:nvSpPr>
        <p:spPr>
          <a:xfrm>
            <a:off x="4711446" y="6446520"/>
            <a:ext cx="276606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B (TARGET, 10매)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Category: Category2: WLS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REF: A / TARGET: 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Showing MSR 1-3 of 3; threshold 0.5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Category2: WLS - MSR 1-3 of 3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(ML_MSR_180) Cell_WLS_180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-0.0sig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(ML_MSR_196) Cell_WLS_196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+0.5sig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(ML_MSR_193) Cell_WLS_193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+0.5sig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4711446" y="6446520"/>
            <a:ext cx="276606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B (TARGET, 10매)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Category: Category2: BL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REF: A / TARGET: 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Showing MSR 1-6 of 6; threshold 0.5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Category2: BL - MSR 1-6 of 6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(ML_MSR_134) Peri_BL_134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-0.0sig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(ML_MSR_122) Peri_BL_122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+0.7sig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(ML_MSR_139) Peri_BL_139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+0.5sig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(ML_MSR_141) Peri_BL_141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12264"/>
            <a:ext cx="2827782" cy="196596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11265408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+0.5sig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(ML_MSR_121) Peri_BL_121</a:t>
            </a:r>
          </a:p>
        </p:txBody>
      </p:sp>
      <p:pic>
        <p:nvPicPr>
          <p:cNvPr id="18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98264"/>
            <a:ext cx="2827782" cy="196596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2562606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+0.5sig</a:t>
            </a:r>
          </a:p>
        </p:txBody>
      </p:sp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(ML_MSR_101) Peri_BL_101</a:t>
            </a:r>
          </a:p>
        </p:txBody>
      </p:sp>
      <p:pic>
        <p:nvPicPr>
          <p:cNvPr id="21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98264"/>
            <a:ext cx="2827782" cy="1965960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p:ph/>
          </p:nvPr>
        </p:nvSpPr>
        <p:spPr>
          <a:xfrm>
            <a:off x="5463540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+0.5sig</a:t>
            </a:r>
          </a:p>
        </p:txBody>
      </p:sp>
      <p:sp>
        <p:nvSpPr>
          <p:cNvPr id="23" name=""/>
          <p:cNvSpPr>
            <a:spLocks noGrp="1"/>
          </p:cNvSpPr>
          <p:nvPr>
            <p:ph/>
          </p:nvPr>
        </p:nvSpPr>
        <p:spPr>
          <a:xfrm>
            <a:off x="4711446" y="6446520"/>
            <a:ext cx="276606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B (TARGET, 10매)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Category: Category2: WTC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REF: A / TARGET: 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Showing MSR 1-4 of 4; threshold 0.5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Category2: WTC - MSR 1-4 of 4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(ML_MSR_298) Cell_WTC_298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+0.0sig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(ML_MSR_266) Cell_WTC_266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+0.0sig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(ML_MSR_290) Cell_WTC_290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+0.5sig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(ML_MSR_271) Cell_WTC_271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12264"/>
            <a:ext cx="2827782" cy="196596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11265408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+0.5sig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4711446" y="6446520"/>
            <a:ext cx="276606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B (TARGET, 10매)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Category: Category2: TCMC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REF: A / TARGET: 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Showing MSR 1-6 of 6; threshold 0.5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Category2: TCMC - MSR 1-6 of 6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(ML_MSR_207) Cell_TCMC_207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+0.7sig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(ML_MSR_212) Cell_TCMC_212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+0.7sig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(ML_MSR_234) Cell_TCMC_234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+0.7sig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(ML_MSR_235) Cell_TCMC_235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12264"/>
            <a:ext cx="2827782" cy="196596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11265408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+0.7sig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(ML_MSR_203) Cell_TCMC_203</a:t>
            </a:r>
          </a:p>
        </p:txBody>
      </p:sp>
      <p:pic>
        <p:nvPicPr>
          <p:cNvPr id="18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98264"/>
            <a:ext cx="2827782" cy="196596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2562606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+0.6sig</a:t>
            </a:r>
          </a:p>
        </p:txBody>
      </p:sp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(ML_MSR_219) Cell_TCMC_219</a:t>
            </a:r>
          </a:p>
        </p:txBody>
      </p:sp>
      <p:pic>
        <p:nvPicPr>
          <p:cNvPr id="21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98264"/>
            <a:ext cx="2827782" cy="1965960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p:ph/>
          </p:nvPr>
        </p:nvSpPr>
        <p:spPr>
          <a:xfrm>
            <a:off x="5463540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+0.5sig</a:t>
            </a:r>
          </a:p>
        </p:txBody>
      </p:sp>
      <p:sp>
        <p:nvSpPr>
          <p:cNvPr id="23" name=""/>
          <p:cNvSpPr>
            <a:spLocks noGrp="1"/>
          </p:cNvSpPr>
          <p:nvPr>
            <p:ph/>
          </p:nvPr>
        </p:nvSpPr>
        <p:spPr>
          <a:xfrm>
            <a:off x="4711446" y="6446520"/>
            <a:ext cx="276606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B (TARGET, 10매)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2026-06-27T00:59:07Z</dcterms:modified>
  <cp:category/>
</cp:coreProperties>
</file>