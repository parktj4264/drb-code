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notesMaster" Target="notesMasters/notesMaster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6" Type="http://schemas.openxmlformats.org/officeDocument/2006/relationships/theme" Target="theme/theme1.xml"/>
<Relationship Id="rId5" Type="http://schemas.openxmlformats.org/officeDocument/2006/relationships/viewProps" Target="viewProps.xml"/>
<Relationship Id="rId4" Type="http://schemas.openxmlformats.org/officeDocument/2006/relationships/presProps" Target="presProps.xml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Relationship Id="rId19" Type="http://schemas.openxmlformats.org/officeDocument/2006/relationships/slide" Target="slides/slide12.xml"/>
<Relationship Id="rId20" Type="http://schemas.openxmlformats.org/officeDocument/2006/relationships/slide" Target="slides/slide13.xml"/>
<Relationship Id="rId21" Type="http://schemas.openxmlformats.org/officeDocument/2006/relationships/slide" Target="slides/slide14.xml"/>
<Relationship Id="rId22" Type="http://schemas.openxmlformats.org/officeDocument/2006/relationships/slide" Target="slides/slide15.xml"/>
<Relationship Id="rId23" Type="http://schemas.openxmlformats.org/officeDocument/2006/relationships/slide" Target="slides/slide16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E22D-F941-4156-A001-D20DD8FDA104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425DC6-D927-40BA-AABB-29792EC49B1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342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2" Type="http://schemas.openxmlformats.org/officeDocument/2006/relationships/slide" Target="../slides/slide1.xml"/>
<Relationship Id="rId1" Type="http://schemas.openxmlformats.org/officeDocument/2006/relationships/notesMaster" Target="../notesMasters/notesMaster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https://news.samsung.com/es/imagenes-logotipo-samsung (Samsung official newsroom wordmark asset)</a:t>
            </a:r>
          </a:p>
          <a:p>
            <a:r>
              <a:rPr lang="en-US" altLang="ko-KR"/>
              <a:t>- Corporate layout measurements supplied by the user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425DC6-D927-40BA-AABB-29792EC49B1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756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DRB_Divider">
            <a:extLst>
              <a:ext uri="{FF2B5EF4-FFF2-40B4-BE49-F238E27FC236}">
                <a16:creationId xmlns:a16="http://schemas.microsoft.com/office/drawing/2014/main" id="{56B9C05E-96DE-C606-E94C-2073B80F8DE6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E0CD44E5-E9D7-8D84-782F-DC6CFC89B21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09F0CB29-D2DE-4D53-11FC-12393E653311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000E919A-31A1-E63B-D34D-52261D514934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DRB_Body_Placeholder">
            <a:extLst>
              <a:ext uri="{FF2B5EF4-FFF2-40B4-BE49-F238E27FC236}">
                <a16:creationId xmlns:a16="http://schemas.microsoft.com/office/drawing/2014/main" id="{E155BF77-A51A-D56F-58EB-6AD12F6E229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</a:p>
        </p:txBody>
      </p:sp>
      <p:cxnSp>
        <p:nvCxnSpPr>
          <p:cNvPr id="7" name="DRB_Divider">
            <a:extLst>
              <a:ext uri="{FF2B5EF4-FFF2-40B4-BE49-F238E27FC236}">
                <a16:creationId xmlns:a16="http://schemas.microsoft.com/office/drawing/2014/main" id="{8994E224-48C4-5F55-0E69-6911A9B2ECFD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D813056B-B96D-313D-2CA3-3532A24B6A25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B538CEB9-354C-206E-BB99-FC9FE179AB47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B4400CB8-75A8-2206-036E-92747DE04F4D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8597d099deeff98661a3e188d73f47359f5e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227a643188cef8eb286c94866449ade2b3ac0a7.png"/>
<Relationship Id="rId3" Type="http://schemas.openxmlformats.org/officeDocument/2006/relationships/image" Target="../media/99908a3b3241e9a7866ccb20a2e640970da2fe21.png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5f1cd9cc9359e71d99ccac2091a28d5c7b1730d.png"/>
<Relationship Id="rId3" Type="http://schemas.openxmlformats.org/officeDocument/2006/relationships/image" Target="../media/c34121140d7efd9a5a38e706ca4faaf28146e78b.png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899d3da79ec9ee98526e36518f68df1f1ad3ec0.png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33c04dbce6289debcee3b8e8913f1bc273022f4.png"/>
<Relationship Id="rId3" Type="http://schemas.openxmlformats.org/officeDocument/2006/relationships/image" Target="../media/c1b81727bf6e5f5083218bc73e5f09a14520ff2e.png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677a0d733f7bcdf28cf8759cd4504be625b5a259.png"/>
<Relationship Id="rId3" Type="http://schemas.openxmlformats.org/officeDocument/2006/relationships/image" Target="../media/2927f6c3d8d03670aef70ddcc2e64b508bd2373f.png"/>
<Relationship Id="rId4" Type="http://schemas.openxmlformats.org/officeDocument/2006/relationships/image" Target="../media/df18b1d3efaf5fab52d098dd565535c10ca83727.png"/>
<Relationship Id="rId5" Type="http://schemas.openxmlformats.org/officeDocument/2006/relationships/image" Target="../media/d24f2158ab14bae1c0fb39f03b33b22ae3e64eb7.png"/>
</Relationships>

</file>

<file path=ppt/slides/_rels/slide1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dc48e723ee726c8c1062655a2582e4fd936fa84.png"/>
<Relationship Id="rId3" Type="http://schemas.openxmlformats.org/officeDocument/2006/relationships/image" Target="../media/7970ce03426bd7df31a2d31ba7fb0ecff231904c.png"/>
</Relationships>

</file>

<file path=ppt/slides/_rels/slide1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d8e144d873d6e0abe7e29935306bb9bbd5b0958.png"/>
</Relationships>

</file>

<file path=ppt/slides/_rels/slide1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37f848af831e3047d7ef5777ef6390f5752a457.png"/>
<Relationship Id="rId3" Type="http://schemas.openxmlformats.org/officeDocument/2006/relationships/image" Target="../media/299e805235e4483faf0d3a65463965f6aa9131b4.png"/>
<Relationship Id="rId4" Type="http://schemas.openxmlformats.org/officeDocument/2006/relationships/image" Target="../media/179b9f3f2a4bdde7a5eb331e2815b3b322ac9499.png"/>
<Relationship Id="rId5" Type="http://schemas.openxmlformats.org/officeDocument/2006/relationships/image" Target="../media/1486e4d21711d0f4b320e57d665d30793aefc7d7.png"/>
<Relationship Id="rId6" Type="http://schemas.openxmlformats.org/officeDocument/2006/relationships/image" Target="../media/66cad6323a40b25ffcb2de7cf48d31510d2f2dd4.png"/>
</Relationships>

</file>

<file path=ppt/slides/_rels/slide1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/Relationships>

</file>

<file path=ppt/slides/_rels/slide1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b5a9edc0642c0a38fc85d40192a599c1ae70b17.png"/>
<Relationship Id="rId3" Type="http://schemas.openxmlformats.org/officeDocument/2006/relationships/image" Target="../media/bcb77e588711de79711bed2f69d2192682939545.png"/>
<Relationship Id="rId4" Type="http://schemas.openxmlformats.org/officeDocument/2006/relationships/image" Target="../media/a4733d1cfca150b8ca337c0c2d1ff297103367dd.png"/>
<Relationship Id="rId5" Type="http://schemas.openxmlformats.org/officeDocument/2006/relationships/image" Target="../media/53b6cf1e8b02da9083957fe785400b2dc17f3da6.png"/>
<Relationship Id="rId6" Type="http://schemas.openxmlformats.org/officeDocument/2006/relationships/image" Target="../media/29eea889f85c815bc6214b8e6e52d78f832b86ee.png"/>
<Relationship Id="rId7" Type="http://schemas.openxmlformats.org/officeDocument/2006/relationships/image" Target="../media/0f922a9c8412059b6817f85d6ec875762ed58bf6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DRB Automated Analysis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Required와 Alarm 결과를 한 파일에서 순서대로 확인합니다.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→ GOOBAE → Category Detail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75488" y="1536192"/>
          <a:ext cx="4617720" cy="4480560"/>
        </p:xfrm>
        <a:graphic>
          <a:graphicData uri="http://schemas.openxmlformats.org/drawingml/2006/table">
            <a:tbl>
              <a:tblPr/>
              <a:tblGrid>
                <a:gridCol w="1234440"/>
                <a:gridCol w="3246120"/>
              </a:tblGrid>
              <a:tr h="27432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실행 정보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값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분석 일시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2026-08-05 23:51:49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분석 소요시간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00:03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총 매수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16 pages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분석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300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상세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8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Alarm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17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비교 그룹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 → B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기준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0.5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카테고리 범위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ALL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입력 데이터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raw.csv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5303520" y="1536192"/>
          <a:ext cx="6382512" cy="4480560"/>
        </p:xfrm>
        <a:graphic>
          <a:graphicData uri="http://schemas.openxmlformats.org/drawingml/2006/table">
            <a:tbl>
              <a:tblPr/>
              <a:tblGrid>
                <a:gridCol w="384048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Alarm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4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5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6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Contents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→ GOOBAE → Category Detail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Contents 1/1 | Total 16 slides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788920" y="1627632"/>
          <a:ext cx="6629400" cy="4617720"/>
        </p:xfrm>
        <a:graphic>
          <a:graphicData uri="http://schemas.openxmlformats.org/drawingml/2006/table">
            <a:tbl>
              <a:tblPr/>
              <a:tblGrid>
                <a:gridCol w="3429000"/>
                <a:gridCol w="242316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Summary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3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Summary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(Alarm-all)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4-5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GOOBAE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6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WTC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7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WTC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8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WLS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9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WLS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10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PB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11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PB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BL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13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BL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14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TCMC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15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TCMC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16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(Required) | 12 MSR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370332">
                <a:tc rowSpan="4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(Alarm-all) | Page 1/2 | 17 MSR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96266">
                <a:tc rowSpan="4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Cell_WTC_271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rowSpan="7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Peri_BL_141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rowSpan="4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Cell_TCMC_212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Cell_TCMC_219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(Alarm-all) | Page 2/2 | 17 MSR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96266"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8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9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GOOBAE: WL trend | Showing 1-3 of 3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(ML_MSR_298) Cell_WTC_298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(ML_MSR_266) Cell_WTC_266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WTC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(ML_MSR_290) Cell_WTC_290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(ML_MSR_271) Cell_WTC_271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WTC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(ML_MSR_180) Cell_WLS_180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7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8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WLS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 of 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(ML_MSR_196) Cell_WLS_196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(ML_MSR_193) Cell_WLS_193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WLS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(ML_MSR_052) Peri_PB_052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+0.3sig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(ML_MSR_046) Peri_PB_046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(ML_MSR_070) Peri_PB_070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(ML_MSR_023) Peri_PB_023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6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7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PB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1-4 of 4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(ML_MSR_004) Peri_PB_004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(ML_MSR_034) Peri_PB_034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PB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(ML_MSR_134) Peri_BL_134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7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8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BL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 of 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(ML_MSR_122) Peri_BL_122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(ML_MSR_139) Peri_BL_139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(ML_MSR_141) Peri_BL_141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(ML_MSR_121) Peri_BL_121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(ML_MSR_101) Peri_BL_101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9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20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BL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1-5 of 5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4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5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TCMC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0 of 0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(ML_MSR_207) Cell_TCMC_207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(ML_MSR_212) Cell_TCMC_212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(ML_MSR_234) Cell_TCMC_234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(ML_MSR_235) Cell_TCMC_235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(ML_MSR_203) Cell_TCMC_203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(ML_MSR_219) Cell_TCMC_219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2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23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TCMC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1-6 of 6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</Words>
  <Application>Microsoft Office PowerPoint</Application>
  <PresentationFormat>와이드스크린</PresentationFormat>
  <Paragraphs>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[DM] Data Review Board Auto Report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[DM] Data Review Board Auto Report</dc:title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2026-08-05T23:52:12Z</dcterms:modified>
  <cp:category/>
</cp:coreProperties>
</file>