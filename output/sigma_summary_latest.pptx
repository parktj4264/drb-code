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b22150587987ea5186d6c5d6e6600c402e949b1.png"/>
<Relationship Id="rId3" Type="http://schemas.openxmlformats.org/officeDocument/2006/relationships/image" Target="../media/db12b0f1f38f30358f5d70c4b36680c8de664386.png"/>
<Relationship Id="rId4" Type="http://schemas.openxmlformats.org/officeDocument/2006/relationships/image" Target="../media/5914736754cc9d7d1c58c467c8e024aa343bc0f1.png"/>
<Relationship Id="rId5" Type="http://schemas.openxmlformats.org/officeDocument/2006/relationships/image" Target="../media/0dab95f894e7dcbbdfe528fe00af33fc3a2db8b0.png"/>
<Relationship Id="rId6" Type="http://schemas.openxmlformats.org/officeDocument/2006/relationships/image" Target="../media/7950adbafa9d5504169d10ef3cbea18182bd9679.png"/>
<Relationship Id="rId7" Type="http://schemas.openxmlformats.org/officeDocument/2006/relationships/image" Target="../media/2fe919dfe62b40ad6f8df0be56c15447cd1c917e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da596aaaf25ce7a432187854dc607b5a61ea64a.png"/>
<Relationship Id="rId3" Type="http://schemas.openxmlformats.org/officeDocument/2006/relationships/image" Target="../media/0dc58b11c4992bde1c1422b6410e136a1241ef49.png"/>
<Relationship Id="rId4" Type="http://schemas.openxmlformats.org/officeDocument/2006/relationships/image" Target="../media/50c0577043c1d1565115e595dcda0792a7fdbd09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d58b3843b3481852b12ab2eed504e217223f035.png"/>
<Relationship Id="rId3" Type="http://schemas.openxmlformats.org/officeDocument/2006/relationships/image" Target="../media/ba966a0aa6f53bbc2ba329b80f06eaea776d3948.png"/>
<Relationship Id="rId4" Type="http://schemas.openxmlformats.org/officeDocument/2006/relationships/image" Target="../media/eaf2ae53f9aa80d26959118bb88f05c5417e7cdc.png"/>
<Relationship Id="rId5" Type="http://schemas.openxmlformats.org/officeDocument/2006/relationships/image" Target="../media/aff7b683e962adc73a6c95087051eb3af6f2973a.png"/>
<Relationship Id="rId6" Type="http://schemas.openxmlformats.org/officeDocument/2006/relationships/image" Target="../media/8c3fc51c09c27b04784b349409de5e5d79059964.png"/>
<Relationship Id="rId7" Type="http://schemas.openxmlformats.org/officeDocument/2006/relationships/image" Target="../media/51743efa4289e1e6f4112af53ca11568d9e0c73c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17cd92382c36808e5df50104d48e0ede42a05589.png"/>
<Relationship Id="rId3" Type="http://schemas.openxmlformats.org/officeDocument/2006/relationships/image" Target="../media/e36ae12189ef7b5f78d266a8144cfe5011532d20.png"/>
<Relationship Id="rId4" Type="http://schemas.openxmlformats.org/officeDocument/2006/relationships/image" Target="../media/4f0bf08d5e26997a196e1402c17ada89fb27fd94.png"/>
<Relationship Id="rId5" Type="http://schemas.openxmlformats.org/officeDocument/2006/relationships/image" Target="../media/22ca9e47576f938cf27d07ac429db76c2ced7002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479b7121cd90b39ffc6e65408373dfab26dd225.png"/>
<Relationship Id="rId3" Type="http://schemas.openxmlformats.org/officeDocument/2006/relationships/image" Target="../media/ebc674812e734cb7360935a7c408e9de471cfcf0.png"/>
<Relationship Id="rId4" Type="http://schemas.openxmlformats.org/officeDocument/2006/relationships/image" Target="../media/a60cfd077ec76bbc4f6ce36cf6c8631af1efa05f.png"/>
<Relationship Id="rId5" Type="http://schemas.openxmlformats.org/officeDocument/2006/relationships/image" Target="../media/66b23a8f9172101f3bc1a0a07ffc1abf6badca7a.png"/>
<Relationship Id="rId6" Type="http://schemas.openxmlformats.org/officeDocument/2006/relationships/image" Target="../media/16d93606c2fc64943515fc7c2299518bdf8f439d.png"/>
<Relationship Id="rId7" Type="http://schemas.openxmlformats.org/officeDocument/2006/relationships/image" Target="../media/d281fd0ab7ce6e49af037ae2348f04ebc81f1eec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94944"/>
            <a:ext cx="1115568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95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 | Threshold: 0.5 | TREND: plot 수동 부착 / 비고: 수동 작성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078992"/>
          <a:ext cx="11603736" cy="53218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3474720"/>
                <a:gridCol w="2231136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PB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PB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(ML_MSR_052) Peri_PB_052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+0.3sig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(ML_MSR_046) Peri_PB_046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(ML_MSR_070) Peri_PB_070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(ML_MSR_023) Peri_PB_023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(ML_MSR_004) Peri_PB_004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(ML_MSR_034) Peri_PB_034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WLS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1-3 of 3;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WLS - MSR 1-3 of 3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(ML_MSR_180) Cell_WLS_180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(ML_MSR_196) Cell_WLS_196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(ML_MSR_193) Cell_WLS_193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BL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BL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(ML_MSR_134) Peri_BL_134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(ML_MSR_122) Peri_BL_122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(ML_MSR_139) Peri_BL_139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(ML_MSR_141) Peri_BL_141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(ML_MSR_121) Peri_BL_121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(ML_MSR_101) Peri_BL_101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WTC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1-4 of 4;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WTC - MSR 1-4 of 4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(ML_MSR_298) Cell_WTC_298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(ML_MSR_266) Cell_WTC_266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(ML_MSR_290) Cell_WTC_290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(ML_MSR_271) Cell_WTC_271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TCMC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TCMC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(ML_MSR_207) Cell_TCMC_207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(ML_MSR_212) Cell_TCMC_212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(ML_MSR_234) Cell_TCMC_234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(ML_MSR_235) Cell_TCMC_235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(ML_MSR_203) Cell_TCMC_203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(ML_MSR_219) Cell_TCMC_219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2026-06-24T12:59:12Z</dcterms:modified>
  <cp:category/>
</cp:coreProperties>
</file>