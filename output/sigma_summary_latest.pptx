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a2c1ae8ee5aa49d14c2796209a6202d36b69bc0b.png"/>
<Relationship Id="rId3" Type="http://schemas.openxmlformats.org/officeDocument/2006/relationships/image" Target="../media/56a60245cede989d25649c97d4cbe104a5803338.png"/>
<Relationship Id="rId4" Type="http://schemas.openxmlformats.org/officeDocument/2006/relationships/image" Target="../media/3ce3de0509cc6b4b9f4af033518a0cd5d047f04f.png"/>
<Relationship Id="rId5" Type="http://schemas.openxmlformats.org/officeDocument/2006/relationships/image" Target="../media/531e2214199b33b89477b94087634a1e4d39ff64.png"/>
<Relationship Id="rId6" Type="http://schemas.openxmlformats.org/officeDocument/2006/relationships/image" Target="../media/e9cec4e68b5916bd159b8ea1e1873bd45d8e566e.png"/>
<Relationship Id="rId7" Type="http://schemas.openxmlformats.org/officeDocument/2006/relationships/image" Target="../media/1eae88f03f465ebd9c42a5a3d2e1d5c2a24d06a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af2b240071078e7010a30178f41b9169d5f46d3.png"/>
<Relationship Id="rId3" Type="http://schemas.openxmlformats.org/officeDocument/2006/relationships/image" Target="../media/f4a547c0bfc5a5cf005b6dfc23ebf029b8537373.png"/>
<Relationship Id="rId4" Type="http://schemas.openxmlformats.org/officeDocument/2006/relationships/image" Target="../media/3dd9c087ad66810689dc56e2c91c22452dec8ae7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68abcb1350e4d005899496f540f438971efd671d.png"/>
<Relationship Id="rId3" Type="http://schemas.openxmlformats.org/officeDocument/2006/relationships/image" Target="../media/abe04d553f86f21a97ed5466818f111bcb63912a.png"/>
<Relationship Id="rId4" Type="http://schemas.openxmlformats.org/officeDocument/2006/relationships/image" Target="../media/f702c21ff5ae7886a41c189cd942d3061d1cf8cf.png"/>
<Relationship Id="rId5" Type="http://schemas.openxmlformats.org/officeDocument/2006/relationships/image" Target="../media/31d5b362dbe9bf68dd19c3ad27ed3bc4d940d74e.png"/>
<Relationship Id="rId6" Type="http://schemas.openxmlformats.org/officeDocument/2006/relationships/image" Target="../media/b3890ebeceff6d395ced3db97ec7677e81a130aa.png"/>
<Relationship Id="rId7" Type="http://schemas.openxmlformats.org/officeDocument/2006/relationships/image" Target="../media/e636ce0db8f704c1008312b58704facbad9065d4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8a0767b06fc07e56d251301726cdc8dac52e23a.png"/>
<Relationship Id="rId3" Type="http://schemas.openxmlformats.org/officeDocument/2006/relationships/image" Target="../media/9cc7adeca5b4018a8d00b60c03d75fff6cde9f63.png"/>
<Relationship Id="rId4" Type="http://schemas.openxmlformats.org/officeDocument/2006/relationships/image" Target="../media/cc949a103495f0dc67be87aacd4ac359b58a34d8.png"/>
<Relationship Id="rId5" Type="http://schemas.openxmlformats.org/officeDocument/2006/relationships/image" Target="../media/b84389bd36ebcfa0b91e7586cab7d60026741790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a082f8e50b14b7f49ae0b7de62dadd3950ef208b.png"/>
<Relationship Id="rId3" Type="http://schemas.openxmlformats.org/officeDocument/2006/relationships/image" Target="../media/fb7b6a7389295fc1f6a4d8748d0afbb0d20a7585.png"/>
<Relationship Id="rId4" Type="http://schemas.openxmlformats.org/officeDocument/2006/relationships/image" Target="../media/40ecd244037c194975f89760fa2dfd5c8c7334d2.png"/>
<Relationship Id="rId5" Type="http://schemas.openxmlformats.org/officeDocument/2006/relationships/image" Target="../media/1b7a886a720a64e0ef576dcef6e495b8cff926da.png"/>
<Relationship Id="rId6" Type="http://schemas.openxmlformats.org/officeDocument/2006/relationships/image" Target="../media/fbe2d3e1fb20e770b68c1eab0989f38c4698b0ca.png"/>
<Relationship Id="rId7" Type="http://schemas.openxmlformats.org/officeDocument/2006/relationships/image" Target="../media/9f3aa2689835f10d6e44dccbf0f697987166a94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by REF/TARGET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GOOBAE 1-3 of 3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2026-07-29T08:26:01Z</dcterms:modified>
  <cp:category/>
</cp:coreProperties>
</file>