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notesMaster" Target="notesMasters/notesMaster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6" Type="http://schemas.openxmlformats.org/officeDocument/2006/relationships/theme" Target="theme/theme1.xml"/>
<Relationship Id="rId5" Type="http://schemas.openxmlformats.org/officeDocument/2006/relationships/viewProps" Target="viewProps.xml"/>
<Relationship Id="rId4" Type="http://schemas.openxmlformats.org/officeDocument/2006/relationships/presProps" Target="presProps.xml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E22D-F941-4156-A001-D20DD8FDA104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425DC6-D927-40BA-AABB-29792EC49B1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342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2" Type="http://schemas.openxmlformats.org/officeDocument/2006/relationships/slide" Target="../slides/slide1.xml"/>
<Relationship Id="rId1" Type="http://schemas.openxmlformats.org/officeDocument/2006/relationships/notesMaster" Target="../notesMasters/notesMaster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https://news.samsung.com/es/imagenes-logotipo-samsung (Samsung official newsroom wordmark asset)</a:t>
            </a:r>
          </a:p>
          <a:p>
            <a:r>
              <a:rPr lang="en-US" altLang="ko-KR"/>
              <a:t>- Corporate layout measurements supplied by the user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425DC6-D927-40BA-AABB-29792EC49B1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756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DRB_Divider">
            <a:extLst>
              <a:ext uri="{FF2B5EF4-FFF2-40B4-BE49-F238E27FC236}">
                <a16:creationId xmlns:a16="http://schemas.microsoft.com/office/drawing/2014/main" id="{56B9C05E-96DE-C606-E94C-2073B80F8DE6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DRB_Samsung_Logo">
            <a:extLst>
              <a:ext uri="{FF2B5EF4-FFF2-40B4-BE49-F238E27FC236}">
                <a16:creationId xmlns:a16="http://schemas.microsoft.com/office/drawing/2014/main" id="{E0CD44E5-E9D7-8D84-782F-DC6CFC89B21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4" name="DRB_Footer_Message">
            <a:extLst>
              <a:ext uri="{FF2B5EF4-FFF2-40B4-BE49-F238E27FC236}">
                <a16:creationId xmlns:a16="http://schemas.microsoft.com/office/drawing/2014/main" id="{09F0CB29-D2DE-4D53-11FC-12393E653311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5" name="DRB_Confidential">
            <a:extLst>
              <a:ext uri="{FF2B5EF4-FFF2-40B4-BE49-F238E27FC236}">
                <a16:creationId xmlns:a16="http://schemas.microsoft.com/office/drawing/2014/main" id="{000E919A-31A1-E63B-D34D-52261D514934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DRB_Body_Placeholder">
            <a:extLst>
              <a:ext uri="{FF2B5EF4-FFF2-40B4-BE49-F238E27FC236}">
                <a16:creationId xmlns:a16="http://schemas.microsoft.com/office/drawing/2014/main" id="{E155BF77-A51A-D56F-58EB-6AD12F6E229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</a:p>
        </p:txBody>
      </p:sp>
      <p:cxnSp>
        <p:nvCxnSpPr>
          <p:cNvPr id="7" name="DRB_Divider">
            <a:extLst>
              <a:ext uri="{FF2B5EF4-FFF2-40B4-BE49-F238E27FC236}">
                <a16:creationId xmlns:a16="http://schemas.microsoft.com/office/drawing/2014/main" id="{8994E224-48C4-5F55-0E69-6911A9B2ECFD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DRB_Samsung_Logo">
            <a:extLst>
              <a:ext uri="{FF2B5EF4-FFF2-40B4-BE49-F238E27FC236}">
                <a16:creationId xmlns:a16="http://schemas.microsoft.com/office/drawing/2014/main" id="{D813056B-B96D-313D-2CA3-3532A24B6A25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4" name="DRB_Footer_Message">
            <a:extLst>
              <a:ext uri="{FF2B5EF4-FFF2-40B4-BE49-F238E27FC236}">
                <a16:creationId xmlns:a16="http://schemas.microsoft.com/office/drawing/2014/main" id="{B538CEB9-354C-206E-BB99-FC9FE179AB47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5" name="DRB_Confidential">
            <a:extLst>
              <a:ext uri="{FF2B5EF4-FFF2-40B4-BE49-F238E27FC236}">
                <a16:creationId xmlns:a16="http://schemas.microsoft.com/office/drawing/2014/main" id="{B4400CB8-75A8-2206-036E-92747DE04F4D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8597d099deeff98661a3e188d73f47359f5ef.png"/>
<Relationship Id="rId3" Type="http://schemas.openxmlformats.org/officeDocument/2006/relationships/image" Target="../media/6254031c56dbc802d0098dfdd0f83cb6fcfb9673.png"/>
<Relationship Id="rId4" Type="http://schemas.openxmlformats.org/officeDocument/2006/relationships/image" Target="../media/b1f5aeb01e9749448715d86eab3eba3674290b2a.png"/>
<Relationship Id="rId5" Type="http://schemas.openxmlformats.org/officeDocument/2006/relationships/image" Target="../media/13b9966d695f49e609f2d3eb307425b401af93e1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7b037f999b4900678006396da29c7cfe40376545.png"/>
<Relationship Id="rId3" Type="http://schemas.openxmlformats.org/officeDocument/2006/relationships/image" Target="../media/b51eaa2267e75a6001be2ae0bcddf8e8155a7336.png"/>
<Relationship Id="rId4" Type="http://schemas.openxmlformats.org/officeDocument/2006/relationships/image" Target="../media/bdb9176bdefcc7afc2ce762d31fc65cb0b6cf605.png"/>
<Relationship Id="rId5" Type="http://schemas.openxmlformats.org/officeDocument/2006/relationships/image" Target="../media/2e33f1b0d5b278441b38f436752014870f6b8f6e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e9a847262b243ec556096770a1fd24867133db3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54551f102b5001fcdd37d2766fd21c4a5b93b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76485788fbc819644f1e63ca5967520a1218bf7.png"/>
<Relationship Id="rId3" Type="http://schemas.openxmlformats.org/officeDocument/2006/relationships/image" Target="../media/e1e781f9b51f575aa9243385dada538288aa506c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TREND: plot 수동 부착 / 비고: 수동 작성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96266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</a:tblGrid>
              <a:tr h="292608">
                <a:tc gridSpan="2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4315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" y="2139696"/>
            <a:ext cx="310896" cy="420624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38328" y="2139696"/>
            <a:ext cx="875538" cy="420624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1305306" y="2139696"/>
            <a:ext cx="875538" cy="420624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2272284" y="2139696"/>
            <a:ext cx="875538" cy="420624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8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9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GOOBAE: WL trend | Showing 1-3 of 3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PB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(ML_MSR_052) Peri_PB_052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+0.3sig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(ML_MSR_046) Peri_PB_046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(ML_MSR_070) Peri_PB_070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(ML_MSR_023) Peri_PB_023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6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7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PB | Showing MSR 1-4 of 4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WLS - MSR 1 of 1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(ML_MSR_180) Cell_WLS_180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7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8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WLS | Showing MSR 1-1 of 1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BL - MSR 1 of 1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(ML_MSR_134) Peri_BL_134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7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8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BL | Showing MSR 1-1 of 1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WTC - MSR 1-2 of 2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(ML_MSR_298) Cell_WTC_298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(ML_MSR_266) Cell_WTC_266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WTC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</Words>
  <Application>Microsoft Office PowerPoint</Application>
  <PresentationFormat>와이드스크린</PresentationFormat>
  <Paragraphs>9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[DM] Data Review Board Auto Report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[DM] Data Review Board Auto Report</dc:title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2026-08-04T23:49:17Z</dcterms:modified>
  <cp:category/>
</cp:coreProperties>
</file>