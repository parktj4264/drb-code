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3" Type="http://schemas.openxmlformats.org/officeDocument/2006/relationships/presProps" Target="presProps.xml"/>
<Relationship Id="rId4" Type="http://schemas.openxmlformats.org/officeDocument/2006/relationships/viewProps" Target="viewProps.xml"/>
<Relationship Id="rId5" Type="http://schemas.openxmlformats.org/officeDocument/2006/relationships/theme" Target="theme/theme1.xml"/>
<Relationship Id="rId6" Type="http://schemas.openxmlformats.org/officeDocument/2006/relationships/tableStyles" Target="tableStyles.xml"/>
<Relationship Id="rId7" Type="http://schemas.openxmlformats.org/officeDocument/2006/relationships/slide" Target="slides/slide1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Relationship Id="rId13" Type="http://schemas.openxmlformats.org/officeDocument/2006/relationships/slide" Target="slides/slide7.xml"/>
</Relationships>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978597d099deeff98661a3e188d73f47359f5ef.png"/>
<Relationship Id="rId3" Type="http://schemas.openxmlformats.org/officeDocument/2006/relationships/image" Target="../media/6254031c56dbc802d0098dfdd0f83cb6fcfb9673.png"/>
<Relationship Id="rId4" Type="http://schemas.openxmlformats.org/officeDocument/2006/relationships/image" Target="../media/b1f5aeb01e9749448715d86eab3eba3674290b2a.png"/>
<Relationship Id="rId5" Type="http://schemas.openxmlformats.org/officeDocument/2006/relationships/image" Target="../media/13b9966d695f49e609f2d3eb307425b401af93e1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7672dfd242666709ff4519734931fe570db55638.png"/>
<Relationship Id="rId3" Type="http://schemas.openxmlformats.org/officeDocument/2006/relationships/image" Target="../media/64073a5c0a4ddb596a61278b3cfd7cf86f2055c3.png"/>
<Relationship Id="rId4" Type="http://schemas.openxmlformats.org/officeDocument/2006/relationships/image" Target="../media/06bdad9ee31180fcfbc873d5a093d552e6a40b08.png"/>
<Relationship Id="rId5" Type="http://schemas.openxmlformats.org/officeDocument/2006/relationships/image" Target="../media/0165ba294128a6ceb8e33706822f37bd5d698f35.png"/>
<Relationship Id="rId6" Type="http://schemas.openxmlformats.org/officeDocument/2006/relationships/image" Target="../media/2c8e756c39a4400a59d8cc5f4f596d8cfab6b3bd.png"/>
<Relationship Id="rId7" Type="http://schemas.openxmlformats.org/officeDocument/2006/relationships/image" Target="../media/1e234abf4249248e4566ae16fabc75b713fa5d5c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2ea739413a4dccc54f833f174da3eb7b5522dbe8.png"/>
<Relationship Id="rId3" Type="http://schemas.openxmlformats.org/officeDocument/2006/relationships/image" Target="../media/0d642ceb2e6611d68a637d899a19c19103c417c1.png"/>
<Relationship Id="rId4" Type="http://schemas.openxmlformats.org/officeDocument/2006/relationships/image" Target="../media/3a076adba89fdf904c7b4efa2b4325412cbd5c93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c34473c77969ee13bf188b541144be16acfac1c8.png"/>
<Relationship Id="rId3" Type="http://schemas.openxmlformats.org/officeDocument/2006/relationships/image" Target="../media/9c322ba007ef571c04ac4df47f06e565db5b901f.png"/>
<Relationship Id="rId4" Type="http://schemas.openxmlformats.org/officeDocument/2006/relationships/image" Target="../media/735b829624f5e1d8dd9e947f3685751c5ec0a7bc.png"/>
<Relationship Id="rId5" Type="http://schemas.openxmlformats.org/officeDocument/2006/relationships/image" Target="../media/d19596c108b855bf24f1334e30fd4d1d900d6ef3.png"/>
<Relationship Id="rId6" Type="http://schemas.openxmlformats.org/officeDocument/2006/relationships/image" Target="../media/1ea1ca160879c0a4b3b560d54dedbddeae06cd18.png"/>
<Relationship Id="rId7" Type="http://schemas.openxmlformats.org/officeDocument/2006/relationships/image" Target="../media/4a2d9e46fc1fe3d0cb848db4ae95726aa6b8b085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7b609affe4eb2b89ee0a1a62d465329741f33306.png"/>
<Relationship Id="rId3" Type="http://schemas.openxmlformats.org/officeDocument/2006/relationships/image" Target="../media/b11bcf64c00379819864345b6251dfa370238675.png"/>
<Relationship Id="rId4" Type="http://schemas.openxmlformats.org/officeDocument/2006/relationships/image" Target="../media/3a1af08f4e717d46c481cacc5bb7a0b57266aefd.png"/>
<Relationship Id="rId5" Type="http://schemas.openxmlformats.org/officeDocument/2006/relationships/image" Target="../media/63731559203c15ca1adea75f82912fc0dec0bee1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1a758ee6ab13153235cb611f195f86717cee740.png"/>
<Relationship Id="rId3" Type="http://schemas.openxmlformats.org/officeDocument/2006/relationships/image" Target="../media/4f17a555a2b3e0e86cf8baac75072498139ef784.png"/>
<Relationship Id="rId4" Type="http://schemas.openxmlformats.org/officeDocument/2006/relationships/image" Target="../media/1c464a4233721c6eea6069d0e9103a2c76af9e3c.png"/>
<Relationship Id="rId5" Type="http://schemas.openxmlformats.org/officeDocument/2006/relationships/image" Target="../media/10265332962d7484b6ca9da05e4e3951cc19724f.png"/>
<Relationship Id="rId6" Type="http://schemas.openxmlformats.org/officeDocument/2006/relationships/image" Target="../media/cb593348007a74fcced6f70e7f80816b2303b80b.png"/>
<Relationship Id="rId7" Type="http://schemas.openxmlformats.org/officeDocument/2006/relationships/image" Target="../media/f7696bf2c306536ff18ced8ea2f02092e1f41ec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94944"/>
            <a:ext cx="1115568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95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 | Threshold: 0.5 | TREND: plot 수동 부착 / 비고: 수동 작성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078992"/>
          <a:ext cx="11603736" cy="5321808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1554480"/>
                <a:gridCol w="502920"/>
                <a:gridCol w="502920"/>
                <a:gridCol w="594360"/>
                <a:gridCol w="594360"/>
                <a:gridCol w="640080"/>
                <a:gridCol w="2231136"/>
                <a:gridCol w="3474720"/>
              </a:tblGrid>
              <a:tr h="210312">
                <a:tc grid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구분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주요 항목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지수수준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Diff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변동결과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비고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TREND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REF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TGT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Delta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Sigma Delta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5240">
                      <a:solidFill>
                        <a:srgbClr val="4D4D4D">
                          <a:alpha val="100000"/>
                        </a:srgbClr>
                      </a:solidFill>
                      <a:prstDash val="solid"/>
                    </a:lnB>
                    <a:solidFill>
                      <a:srgbClr val="4D4D4D">
                        <a:alpha val="100000"/>
                      </a:srgbClr>
                    </a:solidFill>
                  </a:tcPr>
                </a:tc>
              </a:tr>
              <a:tr h="408432">
                <a:tc rowSpan="6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Peri_PB_004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+0.6sig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Peri_PB_033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+0.01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+0.0sig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PB_3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Peri_PB_052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Peri_BL_079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+0.4sig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Peri_BL_122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BL_3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Peri_BL_134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rowSpan="6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Cell_WLS_153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+0.36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Cell_WLS_196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Cell_TCMC_207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TCMC_2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Cell_TCMC_234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+0.35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+0.7sig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WTC_1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Cell_WTC_259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-0.02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-0.0sig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8C8C8C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Stable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8432"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true"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243B5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WTC_2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Cell_WTC_290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0.00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0.34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+0.34</a:t>
                      </a:r>
                    </a:p>
                  </a:txBody>
                  <a:tcPr anchor="ctr" marB="12700" marT="12700" marR="0" marL="0">
                    <a:lnL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C628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+0.5sig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D62728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⬤ Up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19050" marR="19050">
                        <a:lnSpc>
                          <a:spcPct val="1000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12700" marT="12700" marR="0" marL="0">
                    <a:lnL algn="ctr" cmpd="sng" cap="flat" w="10160">
                      <a:solidFill>
                        <a:srgbClr val="8C8C8C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T>
                    <a:lnB algn="ctr" cmpd="sng" cap="flat" w="4445">
                      <a:solidFill>
                        <a:srgbClr val="CCCCC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GOOBAE: WL trend by REF/TARGET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GOOBAE 1-3 of 3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  <a:gridCol w="966978"/>
              </a:tblGrid>
              <a:tr h="292608">
                <a:tc gridSpan="2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WLS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WTC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1WL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2WL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1WL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5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4315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4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" y="2139696"/>
            <a:ext cx="310896" cy="420624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38328" y="2139696"/>
            <a:ext cx="875538" cy="420624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1305306" y="2139696"/>
            <a:ext cx="875538" cy="420624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2272284" y="2139696"/>
            <a:ext cx="875538" cy="4206240"/>
          </a:xfrm>
          <a:prstGeom prst="rect">
            <a:avLst/>
          </a:prstGeom>
        </p:spPr>
      </p:pic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PB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MSR 1-6 of 6; threshold 0.5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PB - MSR 1-6 of 6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(ML_MSR_052) Peri_PB_052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+0.3sig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(ML_MSR_046) Peri_PB_046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-0.0sig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(ML_MSR_070) Peri_PB_070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-0.0sig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(ML_MSR_023) Peri_PB_023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-0.0sig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29184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(ML_MSR_004) Peri_PB_004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9184" y="4398264"/>
            <a:ext cx="2827782" cy="1965960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2562606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+0.6sig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230118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(ML_MSR_034) Peri_PB_034</a:t>
            </a:r>
          </a:p>
        </p:txBody>
      </p:sp>
      <p:pic>
        <p:nvPicPr>
          <p:cNvPr id="2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30118" y="4398264"/>
            <a:ext cx="2827782" cy="1965960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5463540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WLS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MSR 1-3 of 3; threshold 0.5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WLS - MSR 1-3 of 3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(ML_MSR_180) Cell_WLS_180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-0.0sig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(ML_MSR_196) Cell_WLS_196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(ML_MSR_193) Cell_WLS_193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BL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MSR 1-6 of 6; threshold 0.5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BL - MSR 1-6 of 6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(ML_MSR_134) Peri_BL_134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-0.0sig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(ML_MSR_122) Peri_BL_122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(ML_MSR_139) Peri_BL_139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(ML_MSR_141) Peri_BL_141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29184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(ML_MSR_121) Peri_BL_121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9184" y="4398264"/>
            <a:ext cx="2827782" cy="1965960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2562606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230118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(ML_MSR_101) Peri_BL_101</a:t>
            </a:r>
          </a:p>
        </p:txBody>
      </p:sp>
      <p:pic>
        <p:nvPicPr>
          <p:cNvPr id="2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30118" y="4398264"/>
            <a:ext cx="2827782" cy="1965960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5463540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WTC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MSR 1-4 of 4; threshold 0.5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WTC - MSR 1-4 of 4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(ML_MSR_298) Cell_WTC_298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+0.0sig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C8C8C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(ML_MSR_266) Cell_WTC_266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+0.0sig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(ML_MSR_290) Cell_WTC_290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(ML_MSR_271) Cell_WTC_271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37744"/>
            <a:ext cx="11155680" cy="31089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11111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[DM] Data Review Board Auto Report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676656"/>
            <a:ext cx="11155680" cy="64008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Category: Category2: TCMC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REF: A / TARGET: B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■</a:t>
            </a:r>
            <a:r>
              <a:rPr cap="none" sz="11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Showing MSR 1-6 of 6; threshold 0.5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92608" y="1536192"/>
          <a:ext cx="11603736" cy="4864608"/>
        </p:xfrm>
        <a:graphic>
          <a:graphicData uri="http://schemas.openxmlformats.org/drawingml/2006/table">
            <a:tbl>
              <a:tblPr/>
              <a:tblGrid>
                <a:gridCol w="2900934"/>
                <a:gridCol w="2900934"/>
                <a:gridCol w="2900934"/>
                <a:gridCol w="2900934"/>
              </a:tblGrid>
              <a:tr h="292608">
                <a:tc gridSpan="4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Category2: TCMC - MSR 1-6 of 6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E0E0E0">
                        <a:alpha val="10000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Malgun Gothic"/>
                          <a:cs typeface="Malgun Gothic"/>
                          <a:ea typeface="Malgun Gothic"/>
                          <a:sym typeface="Malgun Gothic"/>
                        </a:rPr>
                        <a:t> </a:t>
                      </a:r>
                    </a:p>
                  </a:txBody>
                  <a:tcPr anchor="ctr" marB="0" marT="0" marR="0" marL="0">
                    <a:lnL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D9D9D9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29184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(ML_MSR_207) Cell_TCMC_207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9184" y="2112264"/>
            <a:ext cx="2827782" cy="1965960"/>
          </a:xfrm>
          <a:prstGeom prst="rect">
            <a:avLst/>
          </a:prstGeom>
        </p:spPr>
      </p:pic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2562606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30118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(ML_MSR_212) Cell_TCMC_212</a:t>
            </a:r>
          </a:p>
        </p:txBody>
      </p:sp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30118" y="2112264"/>
            <a:ext cx="2827782" cy="1965960"/>
          </a:xfrm>
          <a:prstGeom prst="rect">
            <a:avLst/>
          </a:prstGeom>
        </p:spPr>
      </p:pic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5463540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6131052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(ML_MSR_234) Cell_TCMC_234</a:t>
            </a:r>
          </a:p>
        </p:txBody>
      </p:sp>
      <p:pic>
        <p:nvPicPr>
          <p:cNvPr id="12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131052" y="2112264"/>
            <a:ext cx="2827782" cy="1965960"/>
          </a:xfrm>
          <a:prstGeom prst="rect">
            <a:avLst/>
          </a:prstGeom>
        </p:spPr>
      </p:pic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8364474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9031986" y="1842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(ML_MSR_235) Cell_TCMC_235</a:t>
            </a:r>
          </a:p>
        </p:txBody>
      </p:sp>
      <p:pic>
        <p:nvPicPr>
          <p:cNvPr id="15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9031986" y="2112264"/>
            <a:ext cx="2827782" cy="1965960"/>
          </a:xfrm>
          <a:prstGeom prst="rect">
            <a:avLst/>
          </a:prstGeom>
        </p:spPr>
      </p:pic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11265408" y="2139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+0.7sig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29184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(ML_MSR_203) Cell_TCMC_203</a:t>
            </a:r>
          </a:p>
        </p:txBody>
      </p:sp>
      <p:pic>
        <p:nvPicPr>
          <p:cNvPr id="18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329184" y="4398264"/>
            <a:ext cx="2827782" cy="1965960"/>
          </a:xfrm>
          <a:prstGeom prst="rect">
            <a:avLst/>
          </a:prstGeom>
        </p:spPr>
      </p:pic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2562606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+0.6sig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230118" y="4128516"/>
            <a:ext cx="2827782" cy="228600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D62728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⬤</a:t>
            </a:r>
            <a:r>
              <a:rPr cap="none" sz="9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(ML_MSR_219) Cell_TCMC_219</a:t>
            </a:r>
          </a:p>
        </p:txBody>
      </p:sp>
      <p:pic>
        <p:nvPicPr>
          <p:cNvPr id="21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30118" y="4398264"/>
            <a:ext cx="2827782" cy="1965960"/>
          </a:xfrm>
          <a:prstGeom prst="rect">
            <a:avLst/>
          </a:prstGeom>
        </p:spPr>
      </p:pic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5463540" y="4425696"/>
            <a:ext cx="566928" cy="164592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0" b="0" u="none" strike="noStrike">
                <a:solidFill>
                  <a:srgbClr val="808080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+0.5sig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4642866" y="6446520"/>
            <a:ext cx="2903220" cy="219456"/>
          </a:xfrm>
          <a:solidFill>
            <a:srgbClr val="FFFFFF">
              <a:alpha val="0"/>
            </a:srgbClr>
          </a:solidFill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6489FA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A (REF, 16매)</a:t>
            </a:r>
            <a:r>
              <a:rPr cap="none" sz="1000" i="0" b="0" u="none" strike="noStrike">
                <a:solidFill>
                  <a:srgbClr val="333333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    </a:t>
            </a:r>
            <a:r>
              <a:rPr cap="none" sz="1000" i="0" b="1" u="none" strike="noStrike">
                <a:solidFill>
                  <a:srgbClr val="FA7864">
                    <a:alpha val="100000"/>
                  </a:srgbClr>
                </a:solidFill>
                <a:latin typeface="Malgun Gothic"/>
                <a:cs typeface="Malgun Gothic"/>
                <a:ea typeface="Malgun Gothic"/>
                <a:sym typeface="Malgun Gothic"/>
              </a:rPr>
              <a:t>● B (TARGET, 10매)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2026-07-29T09:59:45Z</dcterms:modified>
  <cp:category/>
</cp:coreProperties>
</file>