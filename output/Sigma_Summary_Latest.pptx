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2ab8a27faca6a4622f9363f78d4efbe4131e0558.png"/>
<Relationship Id="rId3" Type="http://schemas.openxmlformats.org/officeDocument/2006/relationships/image" Target="../media/384ec177ac60f5ea3a535f0e574e7a3ebd2c5aca.png"/>
<Relationship Id="rId4" Type="http://schemas.openxmlformats.org/officeDocument/2006/relationships/image" Target="../media/75f896bdb6191bf98174935df36136580af6d8c6.png"/>
<Relationship Id="rId5" Type="http://schemas.openxmlformats.org/officeDocument/2006/relationships/image" Target="../media/9d5aea7ea8a41b13393f900ac6ebb57e478a1a4c.png"/>
<Relationship Id="rId6" Type="http://schemas.openxmlformats.org/officeDocument/2006/relationships/image" Target="../media/a7a502675840f018d4303aabd808255e990bf9a3.png"/>
<Relationship Id="rId7" Type="http://schemas.openxmlformats.org/officeDocument/2006/relationships/image" Target="../media/29812e35648aec1323b520951e930a67d8f8664b.png"/>
<Relationship Id="rId8" Type="http://schemas.openxmlformats.org/officeDocument/2006/relationships/image" Target="../media/fa501294929da2eacb9d70a00eadcc47133775e2.png"/>
<Relationship Id="rId9" Type="http://schemas.openxmlformats.org/officeDocument/2006/relationships/image" Target="../media/11f6e3aaf92735574ba723def0ff8a32d08102e2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a1186e043f47b7e7c4fc023b69c818946855ee73.png"/>
<Relationship Id="rId3" Type="http://schemas.openxmlformats.org/officeDocument/2006/relationships/image" Target="../media/c4aa148a8818f547563ffb2948e454897c50dbda.png"/>
<Relationship Id="rId4" Type="http://schemas.openxmlformats.org/officeDocument/2006/relationships/image" Target="../media/f7c544b19fb1653cf6b413d5f4a0d24225bfbc17.png"/>
<Relationship Id="rId5" Type="http://schemas.openxmlformats.org/officeDocument/2006/relationships/image" Target="../media/929cf197f0cb5a91067ff43d6b8d8c530ffc7cad.png"/>
<Relationship Id="rId6" Type="http://schemas.openxmlformats.org/officeDocument/2006/relationships/image" Target="../media/c4d8d51303f2fe39f4ef6a3256c72a3022627305.png"/>
<Relationship Id="rId7" Type="http://schemas.openxmlformats.org/officeDocument/2006/relationships/image" Target="../media/c5cd40c607335bcc2c8ac6524ada86a073c3991c.png"/>
<Relationship Id="rId8" Type="http://schemas.openxmlformats.org/officeDocument/2006/relationships/image" Target="../media/63c3c75115a976cc29f76d96c6754deed4351092.png"/>
<Relationship Id="rId9" Type="http://schemas.openxmlformats.org/officeDocument/2006/relationships/image" Target="../media/76b91af475049a1deaaae42b30bad1a0f5ae78c8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90ba218fe3b4379dd05545e931a0eb5c8c81485.png"/>
<Relationship Id="rId3" Type="http://schemas.openxmlformats.org/officeDocument/2006/relationships/image" Target="../media/81cc37562541ebff8164d370c66984b36b286643.png"/>
<Relationship Id="rId4" Type="http://schemas.openxmlformats.org/officeDocument/2006/relationships/image" Target="../media/f7c743f7583b5761b31b22492400633b544fbe32.png"/>
<Relationship Id="rId5" Type="http://schemas.openxmlformats.org/officeDocument/2006/relationships/image" Target="../media/b778dc64bd493e1ba60cba3339740626e9379cd5.png"/>
<Relationship Id="rId6" Type="http://schemas.openxmlformats.org/officeDocument/2006/relationships/image" Target="../media/a85579f5f80e6d9866f45312ddca7534b24dd509.png"/>
<Relationship Id="rId7" Type="http://schemas.openxmlformats.org/officeDocument/2006/relationships/image" Target="../media/826151a771a793d04e3e66a8c896c6e16a442ba3.png"/>
<Relationship Id="rId8" Type="http://schemas.openxmlformats.org/officeDocument/2006/relationships/image" Target="../media/7ae28cdb9f5139f8ff1d1e5ddb79b50ad3364a20.png"/>
<Relationship Id="rId9" Type="http://schemas.openxmlformats.org/officeDocument/2006/relationships/image" Target="../media/2007779d455b5ee50ffde4e56567028237430801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7c068acf9b1389b3a96414ed898ce78f2885de44.png"/>
<Relationship Id="rId3" Type="http://schemas.openxmlformats.org/officeDocument/2006/relationships/image" Target="../media/51cefc9ce7c533ad23324d6771f48ff4b7692ec9.png"/>
<Relationship Id="rId4" Type="http://schemas.openxmlformats.org/officeDocument/2006/relationships/image" Target="../media/203a4cf62ff3e155f4db037743e02014974c2ba9.png"/>
<Relationship Id="rId5" Type="http://schemas.openxmlformats.org/officeDocument/2006/relationships/image" Target="../media/404282eab4d11321de244bd8aedaf8fa152a633e.png"/>
<Relationship Id="rId6" Type="http://schemas.openxmlformats.org/officeDocument/2006/relationships/image" Target="../media/be6764e8ce189e001330236d8161c7200bfdfe7b.png"/>
<Relationship Id="rId7" Type="http://schemas.openxmlformats.org/officeDocument/2006/relationships/image" Target="../media/64c75c42fa00d9ce1035533caf9c857ecb428369.png"/>
<Relationship Id="rId8" Type="http://schemas.openxmlformats.org/officeDocument/2006/relationships/image" Target="../media/f3fa1b9936f6a4ae9ce8a783629af3a75e036b32.png"/>
<Relationship Id="rId9" Type="http://schemas.openxmlformats.org/officeDocument/2006/relationships/image" Target="../media/09a73646e4bab6635c082b09ae83d8ca9cd088ca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23ed6ed0213788493395dff30e83ab1160aa0a6f.png"/>
<Relationship Id="rId3" Type="http://schemas.openxmlformats.org/officeDocument/2006/relationships/image" Target="../media/09300c8750fc7718c5137d417f0b69555646cb3a.png"/>
<Relationship Id="rId4" Type="http://schemas.openxmlformats.org/officeDocument/2006/relationships/image" Target="../media/bda577938af12dcb73bd2770cf07e475e9b05ef6.png"/>
<Relationship Id="rId5" Type="http://schemas.openxmlformats.org/officeDocument/2006/relationships/image" Target="../media/562f7b82edcfecf7aa97d6c65b3ed626e4bc5c36.png"/>
<Relationship Id="rId6" Type="http://schemas.openxmlformats.org/officeDocument/2006/relationships/image" Target="../media/016fe892b16b90cc9336d463483cec332e077dad.png"/>
<Relationship Id="rId7" Type="http://schemas.openxmlformats.org/officeDocument/2006/relationships/image" Target="../media/e880cfb7166b7e5509fa3fc32781ba904e052613.png"/>
<Relationship Id="rId8" Type="http://schemas.openxmlformats.org/officeDocument/2006/relationships/image" Target="../media/65177f052876f411b91b3096bbc2385816cd4172.png"/>
<Relationship Id="rId9" Type="http://schemas.openxmlformats.org/officeDocument/2006/relationships/image" Target="../media/d38a3607c923bb9e2d14b8ffdfe0ac122d32fbbb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(1/2)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(2/2)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868680" y="2240280"/>
            <a:ext cx="2558034" cy="1975104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499866" y="2240280"/>
            <a:ext cx="2558034" cy="1975104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240280"/>
            <a:ext cx="2558034" cy="1975104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762238" y="2240280"/>
            <a:ext cx="2558034" cy="1975104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868680" y="4288536"/>
            <a:ext cx="2558034" cy="1975104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499866" y="4288536"/>
            <a:ext cx="2558034" cy="1975104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288536"/>
            <a:ext cx="2558034" cy="1975104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762238" y="4288536"/>
            <a:ext cx="2558034" cy="19751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868680" y="2240280"/>
            <a:ext cx="2558034" cy="1975104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499866" y="2240280"/>
            <a:ext cx="2558034" cy="1975104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240280"/>
            <a:ext cx="2558034" cy="1975104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762238" y="2240280"/>
            <a:ext cx="2558034" cy="1975104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868680" y="4288536"/>
            <a:ext cx="2558034" cy="1975104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499866" y="4288536"/>
            <a:ext cx="2558034" cy="1975104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288536"/>
            <a:ext cx="2558034" cy="1975104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762238" y="4288536"/>
            <a:ext cx="2558034" cy="1975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868680" y="2240280"/>
            <a:ext cx="2558034" cy="1975104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499866" y="2240280"/>
            <a:ext cx="2558034" cy="1975104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240280"/>
            <a:ext cx="2558034" cy="1975104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762238" y="2240280"/>
            <a:ext cx="2558034" cy="1975104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868680" y="4288536"/>
            <a:ext cx="2558034" cy="1975104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499866" y="4288536"/>
            <a:ext cx="2558034" cy="1975104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288536"/>
            <a:ext cx="2558034" cy="1975104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762238" y="4288536"/>
            <a:ext cx="2558034" cy="19751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868680" y="2240280"/>
            <a:ext cx="2558034" cy="1975104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499866" y="2240280"/>
            <a:ext cx="2558034" cy="1975104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240280"/>
            <a:ext cx="2558034" cy="1975104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762238" y="2240280"/>
            <a:ext cx="2558034" cy="1975104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868680" y="4288536"/>
            <a:ext cx="2558034" cy="1975104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499866" y="4288536"/>
            <a:ext cx="2558034" cy="1975104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288536"/>
            <a:ext cx="2558034" cy="1975104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762238" y="4288536"/>
            <a:ext cx="2558034" cy="19751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868680" y="2240280"/>
            <a:ext cx="2558034" cy="1975104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499866" y="2240280"/>
            <a:ext cx="2558034" cy="1975104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240280"/>
            <a:ext cx="2558034" cy="1975104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762238" y="2240280"/>
            <a:ext cx="2558034" cy="1975104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868680" y="4288536"/>
            <a:ext cx="2558034" cy="1975104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499866" y="4288536"/>
            <a:ext cx="2558034" cy="1975104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288536"/>
            <a:ext cx="2558034" cy="1975104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762238" y="4288536"/>
            <a:ext cx="2558034" cy="19751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2026-06-03T17:47:56Z</dcterms:modified>
  <cp:category/>
</cp:coreProperties>
</file>