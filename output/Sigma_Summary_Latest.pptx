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c71d30b061831e6690324145953fcb21d516b2e.png"/>
<Relationship Id="rId3" Type="http://schemas.openxmlformats.org/officeDocument/2006/relationships/image" Target="../media/fec29e02970e0f2ba66007b92ef19dcdf5115c5d.png"/>
<Relationship Id="rId4" Type="http://schemas.openxmlformats.org/officeDocument/2006/relationships/image" Target="../media/20dc98458695101545b23a451a0f9926470ed1a5.png"/>
<Relationship Id="rId5" Type="http://schemas.openxmlformats.org/officeDocument/2006/relationships/image" Target="../media/b791923965fdbfbbcaad39b8825c7c9d698b2f67.png"/>
<Relationship Id="rId6" Type="http://schemas.openxmlformats.org/officeDocument/2006/relationships/image" Target="../media/9f77b0004f7a6833dfdaab8cffafb5eef6f3138e.png"/>
<Relationship Id="rId7" Type="http://schemas.openxmlformats.org/officeDocument/2006/relationships/image" Target="../media/bd6a0ea505a0942db9aad8b65299606cdfde0ee9.png"/>
<Relationship Id="rId8" Type="http://schemas.openxmlformats.org/officeDocument/2006/relationships/image" Target="../media/0bdcbfbf68bf95030357952d42687eec000f89fd.png"/>
<Relationship Id="rId9" Type="http://schemas.openxmlformats.org/officeDocument/2006/relationships/image" Target="../media/ad99f10a7b0e6f54bf444c451c1f7dad3637490c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bf0cb6e88f492525349fd0385567505a8010ccb5.png"/>
<Relationship Id="rId3" Type="http://schemas.openxmlformats.org/officeDocument/2006/relationships/image" Target="../media/19f34a8c24bf6b655abf6b698d1c3132dd96b602.png"/>
<Relationship Id="rId4" Type="http://schemas.openxmlformats.org/officeDocument/2006/relationships/image" Target="../media/effc25b85dabe23c9995179cf3c864a6a6932a2a.png"/>
<Relationship Id="rId5" Type="http://schemas.openxmlformats.org/officeDocument/2006/relationships/image" Target="../media/e5c93b27131f0325f8624ec2d79c88f835755641.png"/>
<Relationship Id="rId6" Type="http://schemas.openxmlformats.org/officeDocument/2006/relationships/image" Target="../media/8e2dca71756e7fd5e11c76305d8e976271e13fc7.png"/>
<Relationship Id="rId7" Type="http://schemas.openxmlformats.org/officeDocument/2006/relationships/image" Target="../media/ac1312ecfc2dc0dc8a270a3e0d8be966132b0cd5.png"/>
<Relationship Id="rId8" Type="http://schemas.openxmlformats.org/officeDocument/2006/relationships/image" Target="../media/c7b2bc0a2a9d369dd4e4d2e544206600c3ddffeb.png"/>
<Relationship Id="rId9" Type="http://schemas.openxmlformats.org/officeDocument/2006/relationships/image" Target="../media/30502ecc1a29e8b59d9734d0e7e3c46f1977808f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146110e0265344f8e9ab4ca974bc8a15d1c0ecc.png"/>
<Relationship Id="rId3" Type="http://schemas.openxmlformats.org/officeDocument/2006/relationships/image" Target="../media/846e10a087bb27ebff589ccfaadf8435eada7406.png"/>
<Relationship Id="rId4" Type="http://schemas.openxmlformats.org/officeDocument/2006/relationships/image" Target="../media/925d12055472f5f96c96da3733ea1d6805a7af63.png"/>
<Relationship Id="rId5" Type="http://schemas.openxmlformats.org/officeDocument/2006/relationships/image" Target="../media/f5782c9a3c91db1e5ccc0d2a4c3333041259aaeb.png"/>
<Relationship Id="rId6" Type="http://schemas.openxmlformats.org/officeDocument/2006/relationships/image" Target="../media/60493332bad86e99d0794e53fb2ff68cd743e5f7.png"/>
<Relationship Id="rId7" Type="http://schemas.openxmlformats.org/officeDocument/2006/relationships/image" Target="../media/bf1ff8bf2f175fa17c24b5e63ea48cdccc43c892.png"/>
<Relationship Id="rId8" Type="http://schemas.openxmlformats.org/officeDocument/2006/relationships/image" Target="../media/dc78b164fc79906e6cc9d25ef2ca7c6200d2b2f9.png"/>
<Relationship Id="rId9" Type="http://schemas.openxmlformats.org/officeDocument/2006/relationships/image" Target="../media/b8ef23c0426e345b6ea46314dbd933d0e41ca63f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442991ebfc15a5700412920fda5e44d2192aa938.png"/>
<Relationship Id="rId3" Type="http://schemas.openxmlformats.org/officeDocument/2006/relationships/image" Target="../media/024958fcf074d155d277f6fdae78be748df013be.png"/>
<Relationship Id="rId4" Type="http://schemas.openxmlformats.org/officeDocument/2006/relationships/image" Target="../media/b6569ad76ae0b23a9cac6b0669a4c9752d2ade02.png"/>
<Relationship Id="rId5" Type="http://schemas.openxmlformats.org/officeDocument/2006/relationships/image" Target="../media/f6fa787da29c4db99fa760439af960b7c992fd58.png"/>
<Relationship Id="rId6" Type="http://schemas.openxmlformats.org/officeDocument/2006/relationships/image" Target="../media/0e9f8542762c660f43dce618f05071f9ed285fbc.png"/>
<Relationship Id="rId7" Type="http://schemas.openxmlformats.org/officeDocument/2006/relationships/image" Target="../media/281855fd824ffa5a45425ebfa2ff0763aab14cec.png"/>
<Relationship Id="rId8" Type="http://schemas.openxmlformats.org/officeDocument/2006/relationships/image" Target="../media/28cca6b010926c3d746c37dbf3a36c0eb3fcd8eb.png"/>
<Relationship Id="rId9" Type="http://schemas.openxmlformats.org/officeDocument/2006/relationships/image" Target="../media/4b91b3a41a6e463e30468c5c91134807446aeacd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47870553e0c070132b7f2e8bf8528f627bb3b3b.png"/>
<Relationship Id="rId3" Type="http://schemas.openxmlformats.org/officeDocument/2006/relationships/image" Target="../media/ec35d2e258c4a51017933430d4b59eb73ab4fa24.png"/>
<Relationship Id="rId4" Type="http://schemas.openxmlformats.org/officeDocument/2006/relationships/image" Target="../media/33408cb123f9f85261b30bb90a8bde0d25fba871.png"/>
<Relationship Id="rId5" Type="http://schemas.openxmlformats.org/officeDocument/2006/relationships/image" Target="../media/a67c195624d11eaf67b38bc6de00ce87063cba53.png"/>
<Relationship Id="rId6" Type="http://schemas.openxmlformats.org/officeDocument/2006/relationships/image" Target="../media/6f5a694403f0b6b7a2cb26b38af8606602134362.png"/>
<Relationship Id="rId7" Type="http://schemas.openxmlformats.org/officeDocument/2006/relationships/image" Target="../media/321bbb1ea1d07b4d6961733944d01bb1f773bebe.png"/>
<Relationship Id="rId8" Type="http://schemas.openxmlformats.org/officeDocument/2006/relationships/image" Target="../media/c5ce88d51ab49eba4e2289479bcf59ed4eb16e20.png"/>
<Relationship Id="rId9" Type="http://schemas.openxmlformats.org/officeDocument/2006/relationships/image" Target="../media/7afbe5c8775c63e45c6a93502ac2badda73fbd5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(1/2)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(2/2)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2026-06-03T12:00:38Z</dcterms:modified>
  <cp:category/>
</cp:coreProperties>
</file>