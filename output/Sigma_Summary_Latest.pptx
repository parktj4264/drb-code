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Relationship Id="rId13" Type="http://schemas.openxmlformats.org/officeDocument/2006/relationships/slide" Target="slides/slide7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36ca158baf2abe9be660bf981ae8dab3e33b4e0c.png"/>
<Relationship Id="rId3" Type="http://schemas.openxmlformats.org/officeDocument/2006/relationships/image" Target="../media/af083194dda004546781987e69858045ff91d016.png"/>
<Relationship Id="rId4" Type="http://schemas.openxmlformats.org/officeDocument/2006/relationships/image" Target="../media/7577124cb3c517f89146be6ddeddab1c3f5a03b8.png"/>
<Relationship Id="rId5" Type="http://schemas.openxmlformats.org/officeDocument/2006/relationships/image" Target="../media/e63005daa00e5f59f2d9e6a254b2dc77dd3709b9.png"/>
<Relationship Id="rId6" Type="http://schemas.openxmlformats.org/officeDocument/2006/relationships/image" Target="../media/14041717b833927379b657df0f123aa4126b7779.png"/>
<Relationship Id="rId7" Type="http://schemas.openxmlformats.org/officeDocument/2006/relationships/image" Target="../media/b61ed253721bb3a4188d202435be7574ec0c28da.png"/>
<Relationship Id="rId8" Type="http://schemas.openxmlformats.org/officeDocument/2006/relationships/image" Target="../media/eee9eaa0904948247a21f1afbdc5ee5f43381d81.png"/>
<Relationship Id="rId9" Type="http://schemas.openxmlformats.org/officeDocument/2006/relationships/image" Target="../media/a7c22c75b6443f79de26834fafc2f06f4bf7414e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5f3695d63a733e6000d411dd2d12f89c8bd4bf5c.png"/>
<Relationship Id="rId3" Type="http://schemas.openxmlformats.org/officeDocument/2006/relationships/image" Target="../media/7bd4b4f74a1b4a75457bfab588786b3995e20770.png"/>
<Relationship Id="rId4" Type="http://schemas.openxmlformats.org/officeDocument/2006/relationships/image" Target="../media/af98229b064e242d91376db046e7146cc382105b.png"/>
<Relationship Id="rId5" Type="http://schemas.openxmlformats.org/officeDocument/2006/relationships/image" Target="../media/4e6eba4bdd7eee955667d2891f118ba1d668645a.png"/>
<Relationship Id="rId6" Type="http://schemas.openxmlformats.org/officeDocument/2006/relationships/image" Target="../media/15cfee3f829c56430e0280deae9ebf5dc1ebbe6d.png"/>
<Relationship Id="rId7" Type="http://schemas.openxmlformats.org/officeDocument/2006/relationships/image" Target="../media/819216d4d6e51a6604aee5e4d905974207c2b79d.png"/>
<Relationship Id="rId8" Type="http://schemas.openxmlformats.org/officeDocument/2006/relationships/image" Target="../media/da079aa7ff6092bf351a87ff0f654f7c5255311f.png"/>
<Relationship Id="rId9" Type="http://schemas.openxmlformats.org/officeDocument/2006/relationships/image" Target="../media/9f520def961888bdc09780dbc1b092c33f12f6ae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e455198fbb45d4bb5cac2d38880b930d6c3d9b16.png"/>
<Relationship Id="rId3" Type="http://schemas.openxmlformats.org/officeDocument/2006/relationships/image" Target="../media/5bc79d167e4f33e799365cb2a5bb5802fa2af98a.png"/>
<Relationship Id="rId4" Type="http://schemas.openxmlformats.org/officeDocument/2006/relationships/image" Target="../media/79a9faf21bbd5c3187d2473055c2f3115c6d306e.png"/>
<Relationship Id="rId5" Type="http://schemas.openxmlformats.org/officeDocument/2006/relationships/image" Target="../media/88982352cbb7a38909ba0ba69232d914c38d91e6.png"/>
<Relationship Id="rId6" Type="http://schemas.openxmlformats.org/officeDocument/2006/relationships/image" Target="../media/a25b265054e3dd032e82c03911449e4a1ae89bf0.png"/>
<Relationship Id="rId7" Type="http://schemas.openxmlformats.org/officeDocument/2006/relationships/image" Target="../media/90ba4a64cdb6c22a25fca1fd125793fa4f4e6d9a.png"/>
<Relationship Id="rId8" Type="http://schemas.openxmlformats.org/officeDocument/2006/relationships/image" Target="../media/07e11ae98f68ede43d2f6d1f9985362d798dc875.png"/>
<Relationship Id="rId9" Type="http://schemas.openxmlformats.org/officeDocument/2006/relationships/image" Target="../media/67abb0100a4608fc10eee92bb2a48b2505df741a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bd472f96fe69b91cadec4cd1d7c54c5ea12aefe4.png"/>
<Relationship Id="rId3" Type="http://schemas.openxmlformats.org/officeDocument/2006/relationships/image" Target="../media/5853c5cd106f55601bab966692348cdc3dece52f.png"/>
<Relationship Id="rId4" Type="http://schemas.openxmlformats.org/officeDocument/2006/relationships/image" Target="../media/6d5fc6655cfb3a5945c1fe7e70796a22c87be069.png"/>
<Relationship Id="rId5" Type="http://schemas.openxmlformats.org/officeDocument/2006/relationships/image" Target="../media/5d92bd3d47b5a70d91fa982845aae745bb07d9ae.png"/>
<Relationship Id="rId6" Type="http://schemas.openxmlformats.org/officeDocument/2006/relationships/image" Target="../media/d821304b9e8c2038cadedd5c45fd8a48b180ed80.png"/>
<Relationship Id="rId7" Type="http://schemas.openxmlformats.org/officeDocument/2006/relationships/image" Target="../media/cec29a34ad7837e85ac7e9a41da93c80d8ca8e40.png"/>
<Relationship Id="rId8" Type="http://schemas.openxmlformats.org/officeDocument/2006/relationships/image" Target="../media/30f1bac6ae149aaa08033f34aa9af704c91e44f8.png"/>
<Relationship Id="rId9" Type="http://schemas.openxmlformats.org/officeDocument/2006/relationships/image" Target="../media/ac3bc38cfad04348e344da95436f0057901df9d4.png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1fb6e06c84b70b518309034ace6d364e20f29c1.png"/>
<Relationship Id="rId3" Type="http://schemas.openxmlformats.org/officeDocument/2006/relationships/image" Target="../media/2d2a8608314e2776d6b7f4739f467661ac5694af.png"/>
<Relationship Id="rId4" Type="http://schemas.openxmlformats.org/officeDocument/2006/relationships/image" Target="../media/eec4766fbbee629008cc67817c72d2dff1852cf7.png"/>
<Relationship Id="rId5" Type="http://schemas.openxmlformats.org/officeDocument/2006/relationships/image" Target="../media/7c704bc56287f18fd2a4f82dc75d2221269c6a9f.png"/>
<Relationship Id="rId6" Type="http://schemas.openxmlformats.org/officeDocument/2006/relationships/image" Target="../media/2fbd8cc46e8c4bb9f249210ad92bcb229f251d9e.png"/>
<Relationship Id="rId7" Type="http://schemas.openxmlformats.org/officeDocument/2006/relationships/image" Target="../media/7957796a7bc7d3afcc41596a77605f959a1cbc86.png"/>
<Relationship Id="rId8" Type="http://schemas.openxmlformats.org/officeDocument/2006/relationships/image" Target="../media/198d8b6bdb2dbcde624de28893d743b4667d58e4.png"/>
<Relationship Id="rId9" Type="http://schemas.openxmlformats.org/officeDocument/2006/relationships/image" Target="../media/99b9e4f81a6310028d221c3ed719fe044e3d67d7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10228"/>
                <a:gridCol w="664253"/>
                <a:gridCol w="819642"/>
                <a:gridCol w="1293380"/>
                <a:gridCol w="649041"/>
                <a:gridCol w="454839"/>
              </a:tblGrid>
              <a:tr h="364252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MSR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Score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Peri_BL_139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Peri_BL_141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Cell_WTC_271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10228"/>
                <a:gridCol w="563570"/>
                <a:gridCol w="718891"/>
                <a:gridCol w="1192630"/>
                <a:gridCol w="649041"/>
                <a:gridCol w="454839"/>
              </a:tblGrid>
              <a:tr h="364252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MSR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Score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PB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(ML_MSR_004) Peri_PB_004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(ML_MSR_034) Peri_PB_034</a:t>
            </a:r>
          </a:p>
        </p:txBody>
      </p:sp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(ML_MSR_049) Peri_PB_049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(ML_MSR_056) Peri_PB_056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(ML_MSR_008) Peri_PB_008</a:t>
            </a:r>
          </a:p>
        </p:txBody>
      </p:sp>
      <p:pic>
        <p:nvPicPr>
          <p:cNvPr id="14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(ML_MSR_007) Peri_PB_007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(ML_MSR_001) Peri_PB_001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(ML_MSR_058) Peri_PB_058</a:t>
            </a:r>
          </a:p>
        </p:txBody>
      </p:sp>
      <p:pic>
        <p:nvPicPr>
          <p:cNvPr id="2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BL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(ML_MSR_122) Peri_BL_122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(ML_MSR_139) Peri_BL_139</a:t>
            </a:r>
          </a:p>
        </p:txBody>
      </p:sp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(ML_MSR_141) Peri_BL_141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(ML_MSR_121) Peri_BL_121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(ML_MSR_101) Peri_BL_101</a:t>
            </a:r>
          </a:p>
        </p:txBody>
      </p:sp>
      <p:pic>
        <p:nvPicPr>
          <p:cNvPr id="14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(ML_MSR_083) Peri_BL_083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(ML_MSR_146) Peri_BL_146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(ML_MSR_079) Peri_BL_079</a:t>
            </a:r>
          </a:p>
        </p:txBody>
      </p:sp>
      <p:pic>
        <p:nvPicPr>
          <p:cNvPr id="2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WLS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(ML_MSR_196) Cell_WLS_196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(ML_MSR_193) Cell_WLS_193</a:t>
            </a:r>
          </a:p>
        </p:txBody>
      </p:sp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(ML_MSR_153) Cell_WLS_153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(ML_MSR_167) Cell_WLS_167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(ML_MSR_174) Cell_WLS_174</a:t>
            </a:r>
          </a:p>
        </p:txBody>
      </p:sp>
      <p:pic>
        <p:nvPicPr>
          <p:cNvPr id="14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(ML_MSR_176) Cell_WLS_176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(ML_MSR_183) Cell_WLS_183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(ML_MSR_163) Cell_WLS_163</a:t>
            </a:r>
          </a:p>
        </p:txBody>
      </p:sp>
      <p:pic>
        <p:nvPicPr>
          <p:cNvPr id="2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TCMC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(ML_MSR_207) Cell_TCMC_207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(ML_MSR_212) Cell_TCMC_212</a:t>
            </a:r>
          </a:p>
        </p:txBody>
      </p:sp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(ML_MSR_234) Cell_TCMC_234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(ML_MSR_235) Cell_TCMC_235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(ML_MSR_203) Cell_TCMC_203</a:t>
            </a:r>
          </a:p>
        </p:txBody>
      </p:sp>
      <p:pic>
        <p:nvPicPr>
          <p:cNvPr id="14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(ML_MSR_219) Cell_TCMC_219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(ML_MSR_248) Cell_TCMC_248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(ML_MSR_241) Cell_TCMC_241</a:t>
            </a:r>
          </a:p>
        </p:txBody>
      </p:sp>
      <p:pic>
        <p:nvPicPr>
          <p:cNvPr id="2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WTC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(ML_MSR_290) Cell_WTC_290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(ML_MSR_271) Cell_WTC_271</a:t>
            </a:r>
          </a:p>
        </p:txBody>
      </p:sp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(ML_MSR_256) Cell_WTC_256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(ML_MSR_260) Cell_WTC_260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(ML_MSR_264) Cell_WTC_264</a:t>
            </a:r>
          </a:p>
        </p:txBody>
      </p:sp>
      <p:pic>
        <p:nvPicPr>
          <p:cNvPr id="14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(ML_MSR_259) Cell_WTC_259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(ML_MSR_293) Cell_WTC_293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(ML_MSR_262) Cell_WTC_262</a:t>
            </a:r>
          </a:p>
        </p:txBody>
      </p:sp>
      <p:pic>
        <p:nvPicPr>
          <p:cNvPr id="2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2026-06-06T22:02:02Z</dcterms:modified>
  <cp:category/>
</cp:coreProperties>
</file>