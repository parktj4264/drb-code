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666bb44d5cf4fdfd8c0bf43f022b6f7de7ad397.png"/>
<Relationship Id="rId3" Type="http://schemas.openxmlformats.org/officeDocument/2006/relationships/image" Target="../media/2e6a8987f7e5c8bcb69a6a900a371c99c8bd3c66.png"/>
<Relationship Id="rId4" Type="http://schemas.openxmlformats.org/officeDocument/2006/relationships/image" Target="../media/19cb7e6b13733a1e15da02cc21ffc7fa7f6a91d2.png"/>
<Relationship Id="rId5" Type="http://schemas.openxmlformats.org/officeDocument/2006/relationships/image" Target="../media/1242ea600f6b44312e9ce1faef138b8ca35a70fd.png"/>
<Relationship Id="rId6" Type="http://schemas.openxmlformats.org/officeDocument/2006/relationships/image" Target="../media/fca86218098313a6c8b410f313bddda8497606fb.png"/>
<Relationship Id="rId7" Type="http://schemas.openxmlformats.org/officeDocument/2006/relationships/image" Target="../media/4274d73a8a27fea44e37838334ff6f97436f9ef2.png"/>
<Relationship Id="rId8" Type="http://schemas.openxmlformats.org/officeDocument/2006/relationships/image" Target="../media/13059d13f31b34236d6584f19be00321b1f57b03.png"/>
<Relationship Id="rId9" Type="http://schemas.openxmlformats.org/officeDocument/2006/relationships/image" Target="../media/5429cd0635d14b490e7a725713d4bd2e231e61ca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6aa0a1c597344ad4f5ab2586554a0a15412c112.png"/>
<Relationship Id="rId3" Type="http://schemas.openxmlformats.org/officeDocument/2006/relationships/image" Target="../media/17a85047686ff414d03238ff8b79f2699cea7dc0.png"/>
<Relationship Id="rId4" Type="http://schemas.openxmlformats.org/officeDocument/2006/relationships/image" Target="../media/56677118cad8842ffe08c4db8ba249488ef754ca.png"/>
<Relationship Id="rId5" Type="http://schemas.openxmlformats.org/officeDocument/2006/relationships/image" Target="../media/40fb648d3d19eff50f1d7e4ce9fe03b487d25cb0.png"/>
<Relationship Id="rId6" Type="http://schemas.openxmlformats.org/officeDocument/2006/relationships/image" Target="../media/7096945b84477bcdd038637b8413708c2257e28c.png"/>
<Relationship Id="rId7" Type="http://schemas.openxmlformats.org/officeDocument/2006/relationships/image" Target="../media/39ca80e6f434705264001e583e788d6ebf0beed3.png"/>
<Relationship Id="rId8" Type="http://schemas.openxmlformats.org/officeDocument/2006/relationships/image" Target="../media/5235545c2e48cc05b6ad0d227898ef38b3803a14.png"/>
<Relationship Id="rId9" Type="http://schemas.openxmlformats.org/officeDocument/2006/relationships/image" Target="../media/1d93f6ba076ab146216a9f7dbb211b86edf8db20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32370062249e062bfe184350fda73d325904d4c.png"/>
<Relationship Id="rId3" Type="http://schemas.openxmlformats.org/officeDocument/2006/relationships/image" Target="../media/4e4d93c2ac208a7de9036d1af018d44cb2ce7b9d.png"/>
<Relationship Id="rId4" Type="http://schemas.openxmlformats.org/officeDocument/2006/relationships/image" Target="../media/6dae792de4f43f5ecdc4fbd8bc1270abab8e4faa.png"/>
<Relationship Id="rId5" Type="http://schemas.openxmlformats.org/officeDocument/2006/relationships/image" Target="../media/9bf77e0cb0abd952a6c7955eb79b9ea8fa69353c.png"/>
<Relationship Id="rId6" Type="http://schemas.openxmlformats.org/officeDocument/2006/relationships/image" Target="../media/c58549b2a84a7cda452300c51b2feba2ac9db7aa.png"/>
<Relationship Id="rId7" Type="http://schemas.openxmlformats.org/officeDocument/2006/relationships/image" Target="../media/43b58b20cc38b1c68a6f1ed75fb195f6342b293d.png"/>
<Relationship Id="rId8" Type="http://schemas.openxmlformats.org/officeDocument/2006/relationships/image" Target="../media/03e1f8dff97af01850058f39fa6cec09e9ae76ed.png"/>
<Relationship Id="rId9" Type="http://schemas.openxmlformats.org/officeDocument/2006/relationships/image" Target="../media/1fa38124ec530c5e58d587224e9c88a9c6c57966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27ef17ee35936ca051604970da1a83567867a09f.png"/>
<Relationship Id="rId3" Type="http://schemas.openxmlformats.org/officeDocument/2006/relationships/image" Target="../media/a075347dc0dc6bd0cf06f3be629b66e152a60cf0.png"/>
<Relationship Id="rId4" Type="http://schemas.openxmlformats.org/officeDocument/2006/relationships/image" Target="../media/c2354aa56edef58166876760a70f07a4113e5177.png"/>
<Relationship Id="rId5" Type="http://schemas.openxmlformats.org/officeDocument/2006/relationships/image" Target="../media/0b5a8d413f075b0461ae86f20fd82022bd9c2e6d.png"/>
<Relationship Id="rId6" Type="http://schemas.openxmlformats.org/officeDocument/2006/relationships/image" Target="../media/39cf868edd616fceed360553d3238f95cd42e61c.png"/>
<Relationship Id="rId7" Type="http://schemas.openxmlformats.org/officeDocument/2006/relationships/image" Target="../media/08d7e2eb1ddbb403ee88f1f4a2c3825442d08224.png"/>
<Relationship Id="rId8" Type="http://schemas.openxmlformats.org/officeDocument/2006/relationships/image" Target="../media/29d91e13ed02814725e15f2520e4d031657b62f6.png"/>
<Relationship Id="rId9" Type="http://schemas.openxmlformats.org/officeDocument/2006/relationships/image" Target="../media/bcdf4831cf93992dfc336095fd1ecbfa1c9f9cfa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e322b712f8a00477ffd0496d4f30c1cf402caf5.png"/>
<Relationship Id="rId3" Type="http://schemas.openxmlformats.org/officeDocument/2006/relationships/image" Target="../media/66e9daf72558deb1df63650908b070d2013f7d02.png"/>
<Relationship Id="rId4" Type="http://schemas.openxmlformats.org/officeDocument/2006/relationships/image" Target="../media/cb1f55d0b64d53ec8f3f661f50606a548b70aa4e.png"/>
<Relationship Id="rId5" Type="http://schemas.openxmlformats.org/officeDocument/2006/relationships/image" Target="../media/24bb8cad8d7cf87c31b4ff99f7de2799fe718be8.png"/>
<Relationship Id="rId6" Type="http://schemas.openxmlformats.org/officeDocument/2006/relationships/image" Target="../media/c6b18ff390637079a67137110e4e032cc3f0fcb1.png"/>
<Relationship Id="rId7" Type="http://schemas.openxmlformats.org/officeDocument/2006/relationships/image" Target="../media/6279586ca02ec1038e2acaae4b189bfb50a55748.png"/>
<Relationship Id="rId8" Type="http://schemas.openxmlformats.org/officeDocument/2006/relationships/image" Target="../media/477b8a6b576262992f98ac743007c7ec5c83e642.png"/>
<Relationship Id="rId9" Type="http://schemas.openxmlformats.org/officeDocument/2006/relationships/image" Target="../media/18f10c4c1a18ac761f7adaf1b3578bd7b2aa4e1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(1/2)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(2/2)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2026-05-28T01:10:33Z</dcterms:modified>
  <cp:category/>
</cp:coreProperties>
</file>