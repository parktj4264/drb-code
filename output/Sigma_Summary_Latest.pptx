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7ebc31f14159cf2254bfd5cda4eb3dd865af087.png"/>
<Relationship Id="rId3" Type="http://schemas.openxmlformats.org/officeDocument/2006/relationships/image" Target="../media/a53e01033b30a89d64a9435a13c7f769e286edda.png"/>
<Relationship Id="rId4" Type="http://schemas.openxmlformats.org/officeDocument/2006/relationships/image" Target="../media/ce499a92dededa99288eacd1dda4cf57a5b17716.png"/>
<Relationship Id="rId5" Type="http://schemas.openxmlformats.org/officeDocument/2006/relationships/image" Target="../media/2dde2633a725d8d3a61dec65456c134ae231c6db.png"/>
<Relationship Id="rId6" Type="http://schemas.openxmlformats.org/officeDocument/2006/relationships/image" Target="../media/420a3b4ab96531aa3285a08d5c6d606361737a35.png"/>
<Relationship Id="rId7" Type="http://schemas.openxmlformats.org/officeDocument/2006/relationships/image" Target="../media/9334416909883b97e1d18a67f3eef9dbf08efdd1.png"/>
<Relationship Id="rId8" Type="http://schemas.openxmlformats.org/officeDocument/2006/relationships/image" Target="../media/ae5fa3afa1fd849361fee248bfa77fbb309f77cf.png"/>
<Relationship Id="rId9" Type="http://schemas.openxmlformats.org/officeDocument/2006/relationships/image" Target="../media/09011d169d17f47c307d9a88df4c675a4845a1eb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7c9fc773ac54a725322f96e619d4cbf9ee4b616.png"/>
<Relationship Id="rId3" Type="http://schemas.openxmlformats.org/officeDocument/2006/relationships/image" Target="../media/27e3511bb5c3a5d91824e6138589f0e523a24217.png"/>
<Relationship Id="rId4" Type="http://schemas.openxmlformats.org/officeDocument/2006/relationships/image" Target="../media/2b763a23f500fb58976da4b4114d9b5ee947a98a.png"/>
<Relationship Id="rId5" Type="http://schemas.openxmlformats.org/officeDocument/2006/relationships/image" Target="../media/0523b7e2f07b5a6e930690a8b05ec7e3c582547b.png"/>
<Relationship Id="rId6" Type="http://schemas.openxmlformats.org/officeDocument/2006/relationships/image" Target="../media/62b4bad25cb3f9968ef36bdb0bf9fa4f5a5e7f2a.png"/>
<Relationship Id="rId7" Type="http://schemas.openxmlformats.org/officeDocument/2006/relationships/image" Target="../media/b1b1843d7c02751dbf5fa5444c50821a7382af82.png"/>
<Relationship Id="rId8" Type="http://schemas.openxmlformats.org/officeDocument/2006/relationships/image" Target="../media/3f548164e4e8dbd0d985c9465a192f2c3bf2d103.png"/>
<Relationship Id="rId9" Type="http://schemas.openxmlformats.org/officeDocument/2006/relationships/image" Target="../media/7e3ca77c1214b332a6ac0cfa8d81c3f1c963c873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d02b69c0b7bf6742f3a3f395871661a838fd871.png"/>
<Relationship Id="rId3" Type="http://schemas.openxmlformats.org/officeDocument/2006/relationships/image" Target="../media/85a4e1bbc09eee52a4f1909ced05cf597ffeb557.png"/>
<Relationship Id="rId4" Type="http://schemas.openxmlformats.org/officeDocument/2006/relationships/image" Target="../media/ed162694887e146daac7c411b1d85d4c62fddc1f.png"/>
<Relationship Id="rId5" Type="http://schemas.openxmlformats.org/officeDocument/2006/relationships/image" Target="../media/2b89c3f1ff2aee8f621a60c577e74ab330207854.png"/>
<Relationship Id="rId6" Type="http://schemas.openxmlformats.org/officeDocument/2006/relationships/image" Target="../media/33bbe60755707f4be677ec60f242c04b766fd197.png"/>
<Relationship Id="rId7" Type="http://schemas.openxmlformats.org/officeDocument/2006/relationships/image" Target="../media/459f587329259b017301d187d9f159cd311045e9.png"/>
<Relationship Id="rId8" Type="http://schemas.openxmlformats.org/officeDocument/2006/relationships/image" Target="../media/f089189da7f6360d32ced9bb8207ba525959c9b4.png"/>
<Relationship Id="rId9" Type="http://schemas.openxmlformats.org/officeDocument/2006/relationships/image" Target="../media/423cb7dcc1d2035283562293f5113bb2c9bb03b7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96cf48715a136bbc67eaba273a471ca287469458.png"/>
<Relationship Id="rId3" Type="http://schemas.openxmlformats.org/officeDocument/2006/relationships/image" Target="../media/7e7158c105505cd99a62aa19ae2c7e790fe75af9.png"/>
<Relationship Id="rId4" Type="http://schemas.openxmlformats.org/officeDocument/2006/relationships/image" Target="../media/18a03b3eb9746e6fe0b768afa87941dd3ef0a6fe.png"/>
<Relationship Id="rId5" Type="http://schemas.openxmlformats.org/officeDocument/2006/relationships/image" Target="../media/28fc12437b82a8aba899fcb42857d05e09efb4a0.png"/>
<Relationship Id="rId6" Type="http://schemas.openxmlformats.org/officeDocument/2006/relationships/image" Target="../media/59f1236f87a72bb16bb535ce8cd62638cd7db40a.png"/>
<Relationship Id="rId7" Type="http://schemas.openxmlformats.org/officeDocument/2006/relationships/image" Target="../media/2265a687eb1005fda972e07e4ae336723b9b8edc.png"/>
<Relationship Id="rId8" Type="http://schemas.openxmlformats.org/officeDocument/2006/relationships/image" Target="../media/74a4ff83e95475242de68b59aed5787aaecf9774.png"/>
<Relationship Id="rId9" Type="http://schemas.openxmlformats.org/officeDocument/2006/relationships/image" Target="../media/f2e0a507bada9b47a5849507cd50decfd3245c09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c92203866745df8fb5ec1a6da63e3fae7a12d81.png"/>
<Relationship Id="rId3" Type="http://schemas.openxmlformats.org/officeDocument/2006/relationships/image" Target="../media/5ee455e5ab2831976154b708f5aeb8832839bc1d.png"/>
<Relationship Id="rId4" Type="http://schemas.openxmlformats.org/officeDocument/2006/relationships/image" Target="../media/915769d7c215d48ae8acbc52d9940bd685b65d2b.png"/>
<Relationship Id="rId5" Type="http://schemas.openxmlformats.org/officeDocument/2006/relationships/image" Target="../media/7c17989be605613903750532f6854b139bfc60e5.png"/>
<Relationship Id="rId6" Type="http://schemas.openxmlformats.org/officeDocument/2006/relationships/image" Target="../media/27b4a7f1cfa0f1f86029a3ff1cc3d49522a3db0e.png"/>
<Relationship Id="rId7" Type="http://schemas.openxmlformats.org/officeDocument/2006/relationships/image" Target="../media/9d0e074cdc536bef5dcd3c822814f3e4a8a3142b.png"/>
<Relationship Id="rId8" Type="http://schemas.openxmlformats.org/officeDocument/2006/relationships/image" Target="../media/7ce8599240eae5211d8eddee95e021398990f5f4.png"/>
<Relationship Id="rId9" Type="http://schemas.openxmlformats.org/officeDocument/2006/relationships/image" Target="../media/df4517a62d8ccb87e79ea78e38b7986f62989bca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Sigma Score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All perfectly stable. 0 items flagged.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2026-05-25T01:21:48Z</dcterms:modified>
  <cp:category/>
</cp:coreProperties>
</file>