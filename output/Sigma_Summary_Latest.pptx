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3" Type="http://schemas.openxmlformats.org/officeDocument/2006/relationships/presProps" Target="presProps.xml"/>
<Relationship Id="rId4" Type="http://schemas.openxmlformats.org/officeDocument/2006/relationships/viewProps" Target="viewProps.xml"/>
<Relationship Id="rId5" Type="http://schemas.openxmlformats.org/officeDocument/2006/relationships/theme" Target="theme/theme1.xml"/>
<Relationship Id="rId6" Type="http://schemas.openxmlformats.org/officeDocument/2006/relationships/tableStyles" Target="tableStyles.xml"/>
<Relationship Id="rId7" Type="http://schemas.openxmlformats.org/officeDocument/2006/relationships/slide" Target="slides/slide1.xml"/>
<Relationship Id="rId8" Type="http://schemas.openxmlformats.org/officeDocument/2006/relationships/slide" Target="slides/slide2.xml"/>
<Relationship Id="rId9" Type="http://schemas.openxmlformats.org/officeDocument/2006/relationships/slide" Target="slides/slide3.xml"/>
<Relationship Id="rId10" Type="http://schemas.openxmlformats.org/officeDocument/2006/relationships/slide" Target="slides/slide4.xml"/>
<Relationship Id="rId11" Type="http://schemas.openxmlformats.org/officeDocument/2006/relationships/slide" Target="slides/slide5.xml"/>
<Relationship Id="rId12" Type="http://schemas.openxmlformats.org/officeDocument/2006/relationships/slide" Target="slides/slide6.xml"/>
</Relationships>
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f244919b0d15bf425ecba9081e67d3aab64307eb.png"/>
<Relationship Id="rId3" Type="http://schemas.openxmlformats.org/officeDocument/2006/relationships/image" Target="../media/a9e214c40834237629a1fc214c59c93d030c6c22.png"/>
<Relationship Id="rId4" Type="http://schemas.openxmlformats.org/officeDocument/2006/relationships/image" Target="../media/fbe9ebf8bb48703f1070a5f6abc19c082c587837.png"/>
<Relationship Id="rId5" Type="http://schemas.openxmlformats.org/officeDocument/2006/relationships/image" Target="../media/b5449e97dfb723f7e97cbab9bb464e19f926063c.png"/>
<Relationship Id="rId6" Type="http://schemas.openxmlformats.org/officeDocument/2006/relationships/image" Target="../media/77b727ff9079ba97fe9bdba2401d4beb8f20ed83.png"/>
<Relationship Id="rId7" Type="http://schemas.openxmlformats.org/officeDocument/2006/relationships/image" Target="../media/f6c04e81ff7613ca4cdd342d795f5bd7b614f581.png"/>
<Relationship Id="rId8" Type="http://schemas.openxmlformats.org/officeDocument/2006/relationships/image" Target="../media/395de491155a740c75c757a323d9055e9313c1d7.png"/>
<Relationship Id="rId9" Type="http://schemas.openxmlformats.org/officeDocument/2006/relationships/image" Target="../media/b8acbf8b733f6fec432189ca25e4debde00c9e51.png"/>
</Relationships>

</file>

<file path=ppt/slides/_rels/slide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f90ed3cf6ae972905c66b364d2d5ca612492cd43.png"/>
<Relationship Id="rId3" Type="http://schemas.openxmlformats.org/officeDocument/2006/relationships/image" Target="../media/163da3e805569115b28c2924d12fd741a3d1422a.png"/>
<Relationship Id="rId4" Type="http://schemas.openxmlformats.org/officeDocument/2006/relationships/image" Target="../media/5e208aeef0c62be908b6b62bcdafa29d2f0ce91a.png"/>
<Relationship Id="rId5" Type="http://schemas.openxmlformats.org/officeDocument/2006/relationships/image" Target="../media/c72f83ca3328bc4173e30c4747c5781d868729ff.png"/>
<Relationship Id="rId6" Type="http://schemas.openxmlformats.org/officeDocument/2006/relationships/image" Target="../media/2472a384c42c5cf9c6155390d70cbd8c6bc3b3bb.png"/>
<Relationship Id="rId7" Type="http://schemas.openxmlformats.org/officeDocument/2006/relationships/image" Target="../media/ac885fe70df56de963043767a2fadfd63902a361.png"/>
<Relationship Id="rId8" Type="http://schemas.openxmlformats.org/officeDocument/2006/relationships/image" Target="../media/2f9661d2d621b61b317c8ec5b9e86c8d471a5399.png"/>
<Relationship Id="rId9" Type="http://schemas.openxmlformats.org/officeDocument/2006/relationships/image" Target="../media/eca46caa425fc44898d02aa374d6f548e9e0f969.png"/>
</Relationships>

</file>

<file path=ppt/slides/_rels/slide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d3cf32d08b6162686efc81984283567e897d0e0a.png"/>
<Relationship Id="rId3" Type="http://schemas.openxmlformats.org/officeDocument/2006/relationships/image" Target="../media/9564fb5d0a4fffd25b8bed960fe4f6227c72377f.png"/>
<Relationship Id="rId4" Type="http://schemas.openxmlformats.org/officeDocument/2006/relationships/image" Target="../media/df756622d7eeb27dae289c4c4547d81cb07237b5.png"/>
<Relationship Id="rId5" Type="http://schemas.openxmlformats.org/officeDocument/2006/relationships/image" Target="../media/35c22a44660d0bea2b3438914648f4d54d988471.png"/>
<Relationship Id="rId6" Type="http://schemas.openxmlformats.org/officeDocument/2006/relationships/image" Target="../media/2772d0618575e693db3bdc81071692800d6efd67.png"/>
<Relationship Id="rId7" Type="http://schemas.openxmlformats.org/officeDocument/2006/relationships/image" Target="../media/33ec3a5332d34b47d92c9d198ab950c06da4bc76.png"/>
<Relationship Id="rId8" Type="http://schemas.openxmlformats.org/officeDocument/2006/relationships/image" Target="../media/92033ddbf8928a4aa2bc2abc5aba8cba6e734c54.png"/>
<Relationship Id="rId9" Type="http://schemas.openxmlformats.org/officeDocument/2006/relationships/image" Target="../media/34022e9a666c83f918d18b30112aa26619abd904.png"/>
</Relationships>

</file>

<file path=ppt/slides/_rels/slide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bc578d834379d7cadef9671794f5a0c706950647.png"/>
<Relationship Id="rId3" Type="http://schemas.openxmlformats.org/officeDocument/2006/relationships/image" Target="../media/bc9bbac291db2f6abd2e2ee8d6331ca0a979d573.png"/>
<Relationship Id="rId4" Type="http://schemas.openxmlformats.org/officeDocument/2006/relationships/image" Target="../media/edc8cac772685abef5265f04ba068243a28b6d63.png"/>
<Relationship Id="rId5" Type="http://schemas.openxmlformats.org/officeDocument/2006/relationships/image" Target="../media/7922fc03b6541df2bf3af2b16dce4383ff9ac048.png"/>
<Relationship Id="rId6" Type="http://schemas.openxmlformats.org/officeDocument/2006/relationships/image" Target="../media/0385ad7b9d4470bc54a6c531f2dfd97a228489c7.png"/>
<Relationship Id="rId7" Type="http://schemas.openxmlformats.org/officeDocument/2006/relationships/image" Target="../media/97cc134f5918e7841d5499ce1bc319dd257c4eee.png"/>
<Relationship Id="rId8" Type="http://schemas.openxmlformats.org/officeDocument/2006/relationships/image" Target="../media/40064959f7ab4685642c01f61589ec2061a41147.png"/>
<Relationship Id="rId9" Type="http://schemas.openxmlformats.org/officeDocument/2006/relationships/image" Target="../media/95638ff136f7eeb5d0d8ddbbd62b3e7cabe68fe5.png"/>
</Relationships>

</file>

<file path=ppt/slides/_rels/slide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72f95380c22238b056b7dc523913ca631442c5e8.png"/>
<Relationship Id="rId3" Type="http://schemas.openxmlformats.org/officeDocument/2006/relationships/image" Target="../media/67afb64a83a66c6519beb1291b8beb9b9094b522.png"/>
<Relationship Id="rId4" Type="http://schemas.openxmlformats.org/officeDocument/2006/relationships/image" Target="../media/558c75855ed0da0f88b3f4cbb0641cf51b06f948.png"/>
<Relationship Id="rId5" Type="http://schemas.openxmlformats.org/officeDocument/2006/relationships/image" Target="../media/1c162cd59664e9255dc7fd70aa9f342c83c63a68.png"/>
<Relationship Id="rId6" Type="http://schemas.openxmlformats.org/officeDocument/2006/relationships/image" Target="../media/e56d2e43cf734608b8bff9796df38e4567fe4579.png"/>
<Relationship Id="rId7" Type="http://schemas.openxmlformats.org/officeDocument/2006/relationships/image" Target="../media/b65d79a09936bee773a39b7e51f429bfa0f97137.png"/>
<Relationship Id="rId8" Type="http://schemas.openxmlformats.org/officeDocument/2006/relationships/image" Target="../media/3459576867ef534c264fbe3ca7a52797508c9844.png"/>
<Relationship Id="rId9" Type="http://schemas.openxmlformats.org/officeDocument/2006/relationships/image" Target="../media/5ac4ecf8efc411f4c2bdbaca8ec1c1a7dc688c1f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Sigma Score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/>
              <a:t>All perfectly stable. 0 items flagged.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PB - Top 8 Sigma Delta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457200" y="1097280"/>
            <a:ext cx="2818638" cy="265176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75838" y="1097280"/>
            <a:ext cx="2818638" cy="2651760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094476" y="1097280"/>
            <a:ext cx="2818638" cy="265176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8913114" y="1097280"/>
            <a:ext cx="2818638" cy="2651760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457200" y="3749040"/>
            <a:ext cx="2818638" cy="2651760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75838" y="3749040"/>
            <a:ext cx="2818638" cy="2651760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094476" y="3749040"/>
            <a:ext cx="2818638" cy="2651760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8913114" y="3749040"/>
            <a:ext cx="2818638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BL - Top 8 Sigma Delta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457200" y="1097280"/>
            <a:ext cx="2818638" cy="265176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75838" y="1097280"/>
            <a:ext cx="2818638" cy="2651760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094476" y="1097280"/>
            <a:ext cx="2818638" cy="265176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8913114" y="1097280"/>
            <a:ext cx="2818638" cy="2651760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457200" y="3749040"/>
            <a:ext cx="2818638" cy="2651760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75838" y="3749040"/>
            <a:ext cx="2818638" cy="2651760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094476" y="3749040"/>
            <a:ext cx="2818638" cy="2651760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8913114" y="3749040"/>
            <a:ext cx="2818638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WLS - Top 8 Sigma Delta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457200" y="1097280"/>
            <a:ext cx="2818638" cy="265176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75838" y="1097280"/>
            <a:ext cx="2818638" cy="2651760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094476" y="1097280"/>
            <a:ext cx="2818638" cy="265176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8913114" y="1097280"/>
            <a:ext cx="2818638" cy="2651760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457200" y="3749040"/>
            <a:ext cx="2818638" cy="2651760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75838" y="3749040"/>
            <a:ext cx="2818638" cy="2651760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094476" y="3749040"/>
            <a:ext cx="2818638" cy="2651760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8913114" y="3749040"/>
            <a:ext cx="2818638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TCMC - Top 8 Sigma Delta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457200" y="1097280"/>
            <a:ext cx="2818638" cy="265176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75838" y="1097280"/>
            <a:ext cx="2818638" cy="2651760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094476" y="1097280"/>
            <a:ext cx="2818638" cy="265176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8913114" y="1097280"/>
            <a:ext cx="2818638" cy="2651760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457200" y="3749040"/>
            <a:ext cx="2818638" cy="2651760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75838" y="3749040"/>
            <a:ext cx="2818638" cy="2651760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094476" y="3749040"/>
            <a:ext cx="2818638" cy="2651760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8913114" y="3749040"/>
            <a:ext cx="2818638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WTC - Top 8 Sigma Delta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457200" y="1097280"/>
            <a:ext cx="2818638" cy="265176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75838" y="1097280"/>
            <a:ext cx="2818638" cy="2651760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094476" y="1097280"/>
            <a:ext cx="2818638" cy="265176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8913114" y="1097280"/>
            <a:ext cx="2818638" cy="2651760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457200" y="3749040"/>
            <a:ext cx="2818638" cy="2651760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75838" y="3749040"/>
            <a:ext cx="2818638" cy="2651760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094476" y="3749040"/>
            <a:ext cx="2818638" cy="2651760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8913114" y="3749040"/>
            <a:ext cx="2818638" cy="2651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2026-05-04T00:02:47Z</dcterms:modified>
  <cp:category/>
</cp:coreProperties>
</file>