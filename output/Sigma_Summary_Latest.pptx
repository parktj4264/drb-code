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f71fb17f9c9ce77568a537664647531cc393de23.png"/>
<Relationship Id="rId3" Type="http://schemas.openxmlformats.org/officeDocument/2006/relationships/image" Target="../media/328b04d10556aaa10541c052ddfaf65e7d641b05.png"/>
<Relationship Id="rId4" Type="http://schemas.openxmlformats.org/officeDocument/2006/relationships/image" Target="../media/b49ab05405000d6a5db2f6069717ed6fbcdc1ff1.png"/>
<Relationship Id="rId5" Type="http://schemas.openxmlformats.org/officeDocument/2006/relationships/image" Target="../media/89025ad08c8ca4d6b9a2b8f2b4f3e1dfee1153d4.png"/>
<Relationship Id="rId6" Type="http://schemas.openxmlformats.org/officeDocument/2006/relationships/image" Target="../media/c2fd4595c0da2ccec9805b1541c6a33a986f33ea.png"/>
<Relationship Id="rId7" Type="http://schemas.openxmlformats.org/officeDocument/2006/relationships/image" Target="../media/904a97364df7682547f07c598cb30b6a895d964c.png"/>
<Relationship Id="rId8" Type="http://schemas.openxmlformats.org/officeDocument/2006/relationships/image" Target="../media/e28742f7a04d0d21a5b6933b4a154ad506baee26.png"/>
<Relationship Id="rId9" Type="http://schemas.openxmlformats.org/officeDocument/2006/relationships/image" Target="../media/d835fb75194e83eda5d0a4af5dd9f24cf77a48f3.png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d102a5bccfcbb9b8d5e7eed3fbfa5d8888f81ee5.png"/>
<Relationship Id="rId3" Type="http://schemas.openxmlformats.org/officeDocument/2006/relationships/image" Target="../media/1936bc3f19a82c459f57efa47eec64dd14bf5c5b.png"/>
<Relationship Id="rId4" Type="http://schemas.openxmlformats.org/officeDocument/2006/relationships/image" Target="../media/2f9d4e3902ac461c2d7b97361a195c6766401a03.png"/>
<Relationship Id="rId5" Type="http://schemas.openxmlformats.org/officeDocument/2006/relationships/image" Target="../media/ed70f782315146d94f1de5e9ec388c4c0527c1bb.png"/>
<Relationship Id="rId6" Type="http://schemas.openxmlformats.org/officeDocument/2006/relationships/image" Target="../media/b2d58e1ae24bd003f4df4d588f95e5ad9c4db307.png"/>
<Relationship Id="rId7" Type="http://schemas.openxmlformats.org/officeDocument/2006/relationships/image" Target="../media/18b16f1aa083d7f9ad97e51e20becc777b36bffb.png"/>
<Relationship Id="rId8" Type="http://schemas.openxmlformats.org/officeDocument/2006/relationships/image" Target="../media/e72c1d237dbb34da4817677af7c68af3507618ed.png"/>
<Relationship Id="rId9" Type="http://schemas.openxmlformats.org/officeDocument/2006/relationships/image" Target="../media/a7556083388c4577dbf26edc918eaafaf434b7b6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23d9743d954699f5b00271f39121dfa237297d83.png"/>
<Relationship Id="rId3" Type="http://schemas.openxmlformats.org/officeDocument/2006/relationships/image" Target="../media/38ec90b1ba31b128a49761c751bcb4e39dada4de.png"/>
<Relationship Id="rId4" Type="http://schemas.openxmlformats.org/officeDocument/2006/relationships/image" Target="../media/860cf20d8754744346b2fcf3fe39750dde6a168d.png"/>
<Relationship Id="rId5" Type="http://schemas.openxmlformats.org/officeDocument/2006/relationships/image" Target="../media/b7c651ce3d75543c863c86d4cc633efc2fd00927.png"/>
<Relationship Id="rId6" Type="http://schemas.openxmlformats.org/officeDocument/2006/relationships/image" Target="../media/23e8a687cb0ca346d59e8a80c5e364f9477e9f35.png"/>
<Relationship Id="rId7" Type="http://schemas.openxmlformats.org/officeDocument/2006/relationships/image" Target="../media/01578d459255f67709b80820061395bbbf793c37.png"/>
<Relationship Id="rId8" Type="http://schemas.openxmlformats.org/officeDocument/2006/relationships/image" Target="../media/979a888abb234d9dbc2911a83cbbf85286d46368.png"/>
<Relationship Id="rId9" Type="http://schemas.openxmlformats.org/officeDocument/2006/relationships/image" Target="../media/31495ac6b898533ee01a2dd4d3e6b6a77d54321d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c9fb95b520aca25b22051a3afca1222e4d3cbfa1.png"/>
<Relationship Id="rId3" Type="http://schemas.openxmlformats.org/officeDocument/2006/relationships/image" Target="../media/9a797f51f6015813531afa86e775bc835849b81e.png"/>
<Relationship Id="rId4" Type="http://schemas.openxmlformats.org/officeDocument/2006/relationships/image" Target="../media/87d7821406472266748a36887991aa3486aaecd5.png"/>
<Relationship Id="rId5" Type="http://schemas.openxmlformats.org/officeDocument/2006/relationships/image" Target="../media/3eb3cd87166c71b0c8efaa9c988e3937bb7bf022.png"/>
<Relationship Id="rId6" Type="http://schemas.openxmlformats.org/officeDocument/2006/relationships/image" Target="../media/e8db84dec0923ab8383a7d5fa54a5b558c783838.png"/>
<Relationship Id="rId7" Type="http://schemas.openxmlformats.org/officeDocument/2006/relationships/image" Target="../media/2d7e92166d2266589ee8fc88af474a01079ca9c4.png"/>
<Relationship Id="rId8" Type="http://schemas.openxmlformats.org/officeDocument/2006/relationships/image" Target="../media/44859f313c53135c2c92566929af09f458689b4f.png"/>
<Relationship Id="rId9" Type="http://schemas.openxmlformats.org/officeDocument/2006/relationships/image" Target="../media/303178518edf2734d306913a1fc53e4e742c94bd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17290125ab73fe3435f9411f5ced8681da63c6f2.png"/>
<Relationship Id="rId3" Type="http://schemas.openxmlformats.org/officeDocument/2006/relationships/image" Target="../media/f8cc43be55b47d7abf26d17b0851bf8d32ed8a50.png"/>
<Relationship Id="rId4" Type="http://schemas.openxmlformats.org/officeDocument/2006/relationships/image" Target="../media/e8bcffb4f396eb537f04fce9003b8638e16da1b4.png"/>
<Relationship Id="rId5" Type="http://schemas.openxmlformats.org/officeDocument/2006/relationships/image" Target="../media/d249aa91d84e03e0c9c7d97dd10625e178851257.png"/>
<Relationship Id="rId6" Type="http://schemas.openxmlformats.org/officeDocument/2006/relationships/image" Target="../media/23b82638c98b7b988212c6423f23cda0e30711d0.png"/>
<Relationship Id="rId7" Type="http://schemas.openxmlformats.org/officeDocument/2006/relationships/image" Target="../media/fc6831a43607d5d72a396b73e8f6e231c911529d.png"/>
<Relationship Id="rId8" Type="http://schemas.openxmlformats.org/officeDocument/2006/relationships/image" Target="../media/4922394311fa417dac238a1e80375ba92e02cf86.png"/>
<Relationship Id="rId9" Type="http://schemas.openxmlformats.org/officeDocument/2006/relationships/image" Target="../media/8fa79322751af0b5a9d6869d303130140c00b622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Sigma Score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All perfectly stable. 0 items flagged.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PB - Top 8 Sigma Delta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PB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199339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199339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(ML_MSR_004) Peri_PB_004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21408"/>
            <a:ext cx="2827782" cy="195681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(ML_MSR_034) Peri_PB_034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21408"/>
            <a:ext cx="2827782" cy="195681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(ML_MSR_049) Peri_PB_049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21408"/>
            <a:ext cx="2827782" cy="195681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(ML_MSR_056) Peri_PB_056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21408"/>
            <a:ext cx="2827782" cy="195681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(ML_MSR_008) Peri_PB_008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407408"/>
            <a:ext cx="2827782" cy="1956816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(ML_MSR_007) Peri_PB_007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407408"/>
            <a:ext cx="2827782" cy="1956816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(ML_MSR_001) Peri_PB_001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407408"/>
            <a:ext cx="2827782" cy="1956816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(ML_MSR_058) Peri_PB_058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407408"/>
            <a:ext cx="2827782" cy="19568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BL - Top 8 Sigma Delta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BL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199339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199339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(ML_MSR_122) Peri_BL_122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21408"/>
            <a:ext cx="2827782" cy="195681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(ML_MSR_139) Peri_BL_139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21408"/>
            <a:ext cx="2827782" cy="195681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(ML_MSR_141) Peri_BL_141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21408"/>
            <a:ext cx="2827782" cy="195681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(ML_MSR_121) Peri_BL_121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21408"/>
            <a:ext cx="2827782" cy="195681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(ML_MSR_101) Peri_BL_101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407408"/>
            <a:ext cx="2827782" cy="1956816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(ML_MSR_083) Peri_BL_083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407408"/>
            <a:ext cx="2827782" cy="1956816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(ML_MSR_146) Peri_BL_146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407408"/>
            <a:ext cx="2827782" cy="1956816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(ML_MSR_079) Peri_BL_079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407408"/>
            <a:ext cx="2827782" cy="19568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WLS - Top 8 Sigma Delta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WLS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199339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199339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(ML_MSR_196) Cell_WLS_196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21408"/>
            <a:ext cx="2827782" cy="195681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(ML_MSR_193) Cell_WLS_193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21408"/>
            <a:ext cx="2827782" cy="195681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(ML_MSR_153) Cell_WLS_153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21408"/>
            <a:ext cx="2827782" cy="195681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(ML_MSR_167) Cell_WLS_167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21408"/>
            <a:ext cx="2827782" cy="195681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(ML_MSR_174) Cell_WLS_174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407408"/>
            <a:ext cx="2827782" cy="1956816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(ML_MSR_176) Cell_WLS_176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407408"/>
            <a:ext cx="2827782" cy="1956816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(ML_MSR_183) Cell_WLS_183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407408"/>
            <a:ext cx="2827782" cy="1956816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(ML_MSR_163) Cell_WLS_163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407408"/>
            <a:ext cx="2827782" cy="19568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TCMC - Top 8 Sigma Delta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TCMC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199339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199339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(ML_MSR_207) Cell_TCMC_207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21408"/>
            <a:ext cx="2827782" cy="195681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(ML_MSR_212) Cell_TCMC_212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21408"/>
            <a:ext cx="2827782" cy="195681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(ML_MSR_234) Cell_TCMC_234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21408"/>
            <a:ext cx="2827782" cy="195681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(ML_MSR_235) Cell_TCMC_235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21408"/>
            <a:ext cx="2827782" cy="195681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(ML_MSR_203) Cell_TCMC_203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407408"/>
            <a:ext cx="2827782" cy="1956816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(ML_MSR_219) Cell_TCMC_219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407408"/>
            <a:ext cx="2827782" cy="1956816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(ML_MSR_248) Cell_TCMC_248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407408"/>
            <a:ext cx="2827782" cy="1956816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(ML_MSR_241) Cell_TCMC_241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407408"/>
            <a:ext cx="2827782" cy="19568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WTC - Top 8 Sigma Delta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WTC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9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9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199339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199339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329184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(ML_MSR_290) Cell_WTC_290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21408"/>
            <a:ext cx="2827782" cy="195681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230118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(ML_MSR_271) Cell_WTC_271</a:t>
            </a:r>
          </a:p>
        </p:txBody>
      </p:sp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21408"/>
            <a:ext cx="2827782" cy="195681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31052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(ML_MSR_256) Cell_WTC_256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21408"/>
            <a:ext cx="2827782" cy="195681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9031986" y="1860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(ML_MSR_260) Cell_WTC_260</a:t>
            </a:r>
          </a:p>
        </p:txBody>
      </p:sp>
      <p:pic>
        <p:nvPicPr>
          <p:cNvPr id="11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21408"/>
            <a:ext cx="2827782" cy="195681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9184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(ML_MSR_264) Cell_WTC_264</a:t>
            </a:r>
          </a:p>
        </p:txBody>
      </p:sp>
      <p:pic>
        <p:nvPicPr>
          <p:cNvPr id="13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407408"/>
            <a:ext cx="2827782" cy="1956816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230118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(ML_MSR_259) Cell_WTC_259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407408"/>
            <a:ext cx="2827782" cy="1956816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6131052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(ML_MSR_293) Cell_WTC_293</a:t>
            </a:r>
          </a:p>
        </p:txBody>
      </p:sp>
      <p:pic>
        <p:nvPicPr>
          <p:cNvPr id="17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407408"/>
            <a:ext cx="2827782" cy="1956816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9031986" y="4146804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(ML_MSR_262) Cell_WTC_262</a:t>
            </a:r>
          </a:p>
        </p:txBody>
      </p:sp>
      <p:pic>
        <p:nvPicPr>
          <p:cNvPr id="19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407408"/>
            <a:ext cx="2827782" cy="1956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2026-06-04T01:34:04Z</dcterms:modified>
  <cp:category/>
</cp:coreProperties>
</file>