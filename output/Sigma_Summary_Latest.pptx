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db9534fd05c74ebcea6d178352ee324ae58d1e3f.png"/>
<Relationship Id="rId3" Type="http://schemas.openxmlformats.org/officeDocument/2006/relationships/image" Target="../media/d84c7f0ed51d40b5e0ea57a1d6d0d09c29b45c9e.png"/>
<Relationship Id="rId4" Type="http://schemas.openxmlformats.org/officeDocument/2006/relationships/image" Target="../media/9e8c3431b95831190a366da465955e52b95e1111.png"/>
<Relationship Id="rId5" Type="http://schemas.openxmlformats.org/officeDocument/2006/relationships/image" Target="../media/209b82124667d2464b18a771c39c806f665fb14b.png"/>
<Relationship Id="rId6" Type="http://schemas.openxmlformats.org/officeDocument/2006/relationships/image" Target="../media/0544d5441bd72ecf6a5a8f7177a8ae5420d5fe8c.png"/>
<Relationship Id="rId7" Type="http://schemas.openxmlformats.org/officeDocument/2006/relationships/image" Target="../media/41e296f2547aa100d80469d205793f6139513757.png"/>
<Relationship Id="rId8" Type="http://schemas.openxmlformats.org/officeDocument/2006/relationships/image" Target="../media/067077cc9d33b3270a9ea9aefe723441ef1c7424.png"/>
<Relationship Id="rId9" Type="http://schemas.openxmlformats.org/officeDocument/2006/relationships/image" Target="../media/4536d675a5b61674838a4457499373efbcd98e1a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4120791665c1aad7abbb2619e4f047fab66161f8.png"/>
<Relationship Id="rId3" Type="http://schemas.openxmlformats.org/officeDocument/2006/relationships/image" Target="../media/37855171a4c0d151f33b661ff64a7d238d560aeb.png"/>
<Relationship Id="rId4" Type="http://schemas.openxmlformats.org/officeDocument/2006/relationships/image" Target="../media/f19f9e2481ce546a8d0363ab494e210827378258.png"/>
<Relationship Id="rId5" Type="http://schemas.openxmlformats.org/officeDocument/2006/relationships/image" Target="../media/15acfa65ce31bd9d8355831395a0c99a2df35b6b.png"/>
<Relationship Id="rId6" Type="http://schemas.openxmlformats.org/officeDocument/2006/relationships/image" Target="../media/42ba0a8dd3014687f40e58d3c708804e62107240.png"/>
<Relationship Id="rId7" Type="http://schemas.openxmlformats.org/officeDocument/2006/relationships/image" Target="../media/40cca8af75411868b0a4d5e2aa5b4cc6bfaea038.png"/>
<Relationship Id="rId8" Type="http://schemas.openxmlformats.org/officeDocument/2006/relationships/image" Target="../media/ec5d8d7afe53f66c6d5e5633662ee7a687f20ac1.png"/>
<Relationship Id="rId9" Type="http://schemas.openxmlformats.org/officeDocument/2006/relationships/image" Target="../media/886bd919d7df236b74bffdc577a79af545002089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520df02e6f9d9572c35edf44f6a53aa454a38e30.png"/>
<Relationship Id="rId3" Type="http://schemas.openxmlformats.org/officeDocument/2006/relationships/image" Target="../media/7c6160778a9d682437816b25bd68058d4c29cf2d.png"/>
<Relationship Id="rId4" Type="http://schemas.openxmlformats.org/officeDocument/2006/relationships/image" Target="../media/947c5d29c20c776562528765a4f53053faab37ac.png"/>
<Relationship Id="rId5" Type="http://schemas.openxmlformats.org/officeDocument/2006/relationships/image" Target="../media/3802fcdfa146acd67675e28d63e1274b05031d02.png"/>
<Relationship Id="rId6" Type="http://schemas.openxmlformats.org/officeDocument/2006/relationships/image" Target="../media/2e1027eafef2abd755ce6dbc2df16f6dc6566268.png"/>
<Relationship Id="rId7" Type="http://schemas.openxmlformats.org/officeDocument/2006/relationships/image" Target="../media/b391fa3c33032d144989ab949337b9e1d61f59ea.png"/>
<Relationship Id="rId8" Type="http://schemas.openxmlformats.org/officeDocument/2006/relationships/image" Target="../media/53a9153e4fbc29e0a048f0ffd71611df7322ef49.png"/>
<Relationship Id="rId9" Type="http://schemas.openxmlformats.org/officeDocument/2006/relationships/image" Target="../media/07d12737c90319b933ed83709ffc713c8ce3ee82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a206965dd6c2d2da67941ae661ba18dae3dc773.png"/>
<Relationship Id="rId3" Type="http://schemas.openxmlformats.org/officeDocument/2006/relationships/image" Target="../media/61276508ed1da7626f5915d62f72f053dc743878.png"/>
<Relationship Id="rId4" Type="http://schemas.openxmlformats.org/officeDocument/2006/relationships/image" Target="../media/7f07fd144c0fbe942dcb5ba1d5fe76131ca90765.png"/>
<Relationship Id="rId5" Type="http://schemas.openxmlformats.org/officeDocument/2006/relationships/image" Target="../media/fa7650b3b0a26ee249fa64d4edbe10f2bc094fdf.png"/>
<Relationship Id="rId6" Type="http://schemas.openxmlformats.org/officeDocument/2006/relationships/image" Target="../media/5fdcec4070a78a2d93e5388472b2611c8f028b48.png"/>
<Relationship Id="rId7" Type="http://schemas.openxmlformats.org/officeDocument/2006/relationships/image" Target="../media/c900301faa560d15c76e7029ed1aced5cf2c8073.png"/>
<Relationship Id="rId8" Type="http://schemas.openxmlformats.org/officeDocument/2006/relationships/image" Target="../media/8f754c14efb4ab60516c67c3a1da3bfadfc27543.png"/>
<Relationship Id="rId9" Type="http://schemas.openxmlformats.org/officeDocument/2006/relationships/image" Target="../media/57409f6bd2013d2d71c602ab04053c585e058160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6116011a6084021e40a698a3d91531fa55b12130.png"/>
<Relationship Id="rId3" Type="http://schemas.openxmlformats.org/officeDocument/2006/relationships/image" Target="../media/b978660b3791b5ce19d109d813c0fa800f83e9e5.png"/>
<Relationship Id="rId4" Type="http://schemas.openxmlformats.org/officeDocument/2006/relationships/image" Target="../media/4e7a7fb13c9a3d3e8088b42978ed93faaa8bb074.png"/>
<Relationship Id="rId5" Type="http://schemas.openxmlformats.org/officeDocument/2006/relationships/image" Target="../media/2801924eb321cc3e94819a51ba5014a0c6814a5b.png"/>
<Relationship Id="rId6" Type="http://schemas.openxmlformats.org/officeDocument/2006/relationships/image" Target="../media/285aa36229155acaea5ddf05c8eba6009b3af601.png"/>
<Relationship Id="rId7" Type="http://schemas.openxmlformats.org/officeDocument/2006/relationships/image" Target="../media/2b9b9575d492819a73a214c76d51d168e5be1e86.png"/>
<Relationship Id="rId8" Type="http://schemas.openxmlformats.org/officeDocument/2006/relationships/image" Target="../media/e3875989081733c6226bcfd9b55d7fa68952677a.png"/>
<Relationship Id="rId9" Type="http://schemas.openxmlformats.org/officeDocument/2006/relationships/image" Target="../media/64b55b6a5abb76684b857faec8d40cba2750a31a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Sigma Score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All perfectly stable. 0 items flagged.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PB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BL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WLS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TCMC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WTC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2026-05-28T00:51:44Z</dcterms:modified>
  <cp:category/>
</cp:coreProperties>
</file>