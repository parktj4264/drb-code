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3" Type="http://schemas.openxmlformats.org/officeDocument/2006/relationships/presProps" Target="presProps.xml"/>
<Relationship Id="rId4" Type="http://schemas.openxmlformats.org/officeDocument/2006/relationships/viewProps" Target="viewProps.xml"/>
<Relationship Id="rId5" Type="http://schemas.openxmlformats.org/officeDocument/2006/relationships/theme" Target="theme/theme1.xml"/>
<Relationship Id="rId6" Type="http://schemas.openxmlformats.org/officeDocument/2006/relationships/tableStyles" Target="tableStyles.xml"/>
<Relationship Id="rId7" Type="http://schemas.openxmlformats.org/officeDocument/2006/relationships/slide" Target="slides/slide1.xml"/>
<Relationship Id="rId8" Type="http://schemas.openxmlformats.org/officeDocument/2006/relationships/slide" Target="slides/slide2.xml"/>
<Relationship Id="rId9" Type="http://schemas.openxmlformats.org/officeDocument/2006/relationships/slide" Target="slides/slide3.xml"/>
<Relationship Id="rId10" Type="http://schemas.openxmlformats.org/officeDocument/2006/relationships/slide" Target="slides/slide4.xml"/>
<Relationship Id="rId11" Type="http://schemas.openxmlformats.org/officeDocument/2006/relationships/slide" Target="slides/slide5.xml"/>
<Relationship Id="rId12" Type="http://schemas.openxmlformats.org/officeDocument/2006/relationships/slide" Target="slides/slide6.xml"/>
<Relationship Id="rId13" Type="http://schemas.openxmlformats.org/officeDocument/2006/relationships/slide" Target="slides/slide7.xml"/>
</Relationships>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b38c7e47e954808b297cddda3621551ffaca1f8f.png"/>
<Relationship Id="rId3" Type="http://schemas.openxmlformats.org/officeDocument/2006/relationships/image" Target="../media/4cd7071817a9f9b49ee4daa2798c78c061b7884a.png"/>
<Relationship Id="rId4" Type="http://schemas.openxmlformats.org/officeDocument/2006/relationships/image" Target="../media/7110e7d348bee6991cf957a3c44432748a38339d.png"/>
<Relationship Id="rId5" Type="http://schemas.openxmlformats.org/officeDocument/2006/relationships/image" Target="../media/529cc25b68bb38df4498effe11e0ca7df7a43db7.png"/>
<Relationship Id="rId6" Type="http://schemas.openxmlformats.org/officeDocument/2006/relationships/image" Target="../media/f695bd3e9bebd125e597b82e64f0d163b191ae92.png"/>
<Relationship Id="rId7" Type="http://schemas.openxmlformats.org/officeDocument/2006/relationships/image" Target="../media/4b3b16e0e937f80e3e425abb1375ba7e3a56bea3.png"/>
<Relationship Id="rId8" Type="http://schemas.openxmlformats.org/officeDocument/2006/relationships/image" Target="../media/69d613ac31e92a21d483e788f3d6ddb9eca7b3e3.png"/>
<Relationship Id="rId9" Type="http://schemas.openxmlformats.org/officeDocument/2006/relationships/image" Target="../media/e547fb39766ef55ab26e9aa81b5aac05a9db2654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05969c39b2014835f7210988c1c614b3a3222355.png"/>
<Relationship Id="rId3" Type="http://schemas.openxmlformats.org/officeDocument/2006/relationships/image" Target="../media/a054650d0fa191aa076bb3f7ab76107ee8c528e8.png"/>
<Relationship Id="rId4" Type="http://schemas.openxmlformats.org/officeDocument/2006/relationships/image" Target="../media/a4965a0ef8060b139cb9813f20d9a142c6556bd4.png"/>
<Relationship Id="rId5" Type="http://schemas.openxmlformats.org/officeDocument/2006/relationships/image" Target="../media/a9d142bb70d2230d4df6ad772aa46082d0a82c18.png"/>
<Relationship Id="rId6" Type="http://schemas.openxmlformats.org/officeDocument/2006/relationships/image" Target="../media/ba175f6a8825928ea32b3190831cfaccaeb70d77.png"/>
<Relationship Id="rId7" Type="http://schemas.openxmlformats.org/officeDocument/2006/relationships/image" Target="../media/c6c7a57c99f9796daaeb5028510322542ac33af3.png"/>
<Relationship Id="rId8" Type="http://schemas.openxmlformats.org/officeDocument/2006/relationships/image" Target="../media/22d2e52ac62a97c91e5eb3a9a577d54f37327790.png"/>
<Relationship Id="rId9" Type="http://schemas.openxmlformats.org/officeDocument/2006/relationships/image" Target="../media/e9afe8ffb27a2c8c259a4ac74b1b705d3b3b5fd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8d6cc354cc3db3504291fda0d7aee6ecbeab10b4.png"/>
<Relationship Id="rId3" Type="http://schemas.openxmlformats.org/officeDocument/2006/relationships/image" Target="../media/78d61f781eeda96e8fd1171dc34eb2ab52c4f0d0.png"/>
<Relationship Id="rId4" Type="http://schemas.openxmlformats.org/officeDocument/2006/relationships/image" Target="../media/9c26309af16d11598997001a620092d330d6958f.png"/>
<Relationship Id="rId5" Type="http://schemas.openxmlformats.org/officeDocument/2006/relationships/image" Target="../media/69b3c23ea8c09d661e5229209b3d3aa6182b1eef.png"/>
<Relationship Id="rId6" Type="http://schemas.openxmlformats.org/officeDocument/2006/relationships/image" Target="../media/f50068072e693e07ed8a0311cf18b40f188a8d82.png"/>
<Relationship Id="rId7" Type="http://schemas.openxmlformats.org/officeDocument/2006/relationships/image" Target="../media/68d0892c314e60dcdfe4b3e39e439a499931265c.png"/>
<Relationship Id="rId8" Type="http://schemas.openxmlformats.org/officeDocument/2006/relationships/image" Target="../media/1769cc8f81c3ccf808a827ffef35b0dbbe24ce27.png"/>
<Relationship Id="rId9" Type="http://schemas.openxmlformats.org/officeDocument/2006/relationships/image" Target="../media/56ee01c6595fe9454bb86dce53c912f27b79417c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4277bb8c3eddf718297742eb7b1c52898c7d9645.png"/>
<Relationship Id="rId3" Type="http://schemas.openxmlformats.org/officeDocument/2006/relationships/image" Target="../media/3fedbe8f22250d2545cc1244771d5b702aadf7a1.png"/>
<Relationship Id="rId4" Type="http://schemas.openxmlformats.org/officeDocument/2006/relationships/image" Target="../media/c04f2ca116d4d343bd5edcf941521dd5d4364725.png"/>
<Relationship Id="rId5" Type="http://schemas.openxmlformats.org/officeDocument/2006/relationships/image" Target="../media/f4a8ba8fac4e3f5a61d08120c2bcf4529cae8cba.png"/>
<Relationship Id="rId6" Type="http://schemas.openxmlformats.org/officeDocument/2006/relationships/image" Target="../media/e17e0de093c824f4f8e82900723e0fcfe696ca2b.png"/>
<Relationship Id="rId7" Type="http://schemas.openxmlformats.org/officeDocument/2006/relationships/image" Target="../media/f16d9c6915ed34975cb7449acf72d4b682b730bc.png"/>
<Relationship Id="rId8" Type="http://schemas.openxmlformats.org/officeDocument/2006/relationships/image" Target="../media/5759f53355e8ad6449ce9deb8ca5ccf18ce18a0e.png"/>
<Relationship Id="rId9" Type="http://schemas.openxmlformats.org/officeDocument/2006/relationships/image" Target="../media/affe960798dea94ad36cd36fe8b04318775c72e8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6.xml"/>
<Relationship Id="rId2" Type="http://schemas.openxmlformats.org/officeDocument/2006/relationships/image" Target="../media/58494ae096005fc7d490d1b8ccecf157e5914505.png"/>
<Relationship Id="rId3" Type="http://schemas.openxmlformats.org/officeDocument/2006/relationships/image" Target="../media/805cf81f77802a79e1ce47c8d2204ab58f8a64b0.png"/>
<Relationship Id="rId4" Type="http://schemas.openxmlformats.org/officeDocument/2006/relationships/image" Target="../media/d0a70bc9bf1b8e4616c426877ec5c91864363f97.png"/>
<Relationship Id="rId5" Type="http://schemas.openxmlformats.org/officeDocument/2006/relationships/image" Target="../media/e7b726f3b1e2195e2a5ceb46eef792720878f2a8.png"/>
<Relationship Id="rId6" Type="http://schemas.openxmlformats.org/officeDocument/2006/relationships/image" Target="../media/6938e3a755f3d0d109ce97e02448636e68ccdbd9.png"/>
<Relationship Id="rId7" Type="http://schemas.openxmlformats.org/officeDocument/2006/relationships/image" Target="../media/d8eb97edd365b655dddb16e75ac37c59ba4bad43.png"/>
<Relationship Id="rId8" Type="http://schemas.openxmlformats.org/officeDocument/2006/relationships/image" Target="../media/4263d09b3acdad5b9fb535afea466a0d86ce1000.png"/>
<Relationship Id="rId9" Type="http://schemas.openxmlformats.org/officeDocument/2006/relationships/image" Target="../media/cd7f077439c0da82e22bc4e90302a8d3170a06f7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Flagged Items Summary (1/2)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610228"/>
                <a:gridCol w="664253"/>
                <a:gridCol w="819642"/>
                <a:gridCol w="1293380"/>
                <a:gridCol w="649041"/>
                <a:gridCol w="454839"/>
              </a:tblGrid>
              <a:tr h="364252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MSR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Score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Peri_BL_122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0.73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Cell_TCMC_207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Cell_TCMC_212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Cell_TCMC_235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0.67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Peri_PB_004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0.63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Cell_TCMC_203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WLS_2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Cell_WLS_196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Peri_BL_139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0.55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Peri_BL_141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PB_2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Peri_PB_034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Peri_BL_121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0.54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TCMC_1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Cell_TCMC_219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WTC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WTC_2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Cell_WTC_290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WTC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WTC_1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Cell_WTC_271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Flagged Items Summary (2/2)</a:t>
            </a:r>
          </a:p>
        </p:txBody>
      </p:sp>
      <p:graphicFrame>
        <p:nvGraphicFramePr>
          <p:cNvPr id="3" name="Content Placeholder 2"/>
          <p:cNvGraphicFramePr>
            <a:graphicFrameLocks noGrp="true"/>
          </p:cNvGraphicFramePr>
          <p:nvPr/>
        </p:nvGraphicFramePr>
        <p:xfrm rot="0"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610228"/>
                <a:gridCol w="563570"/>
                <a:gridCol w="718891"/>
                <a:gridCol w="1192630"/>
                <a:gridCol w="649041"/>
                <a:gridCol w="454839"/>
              </a:tblGrid>
              <a:tr h="364252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Cat3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MSR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Score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1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Dir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CFCFCF">
                        <a:alpha val="100000"/>
                      </a:srgbClr>
                    </a:solidFill>
                  </a:tcPr>
                </a:tc>
              </a:tr>
              <a:tr h="390241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WLS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WLS_2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Cell_WLS_193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EFEFEF">
                        <a:alpha val="100000"/>
                      </a:srgbClr>
                    </a:solidFill>
                  </a:tcPr>
                </a:tc>
              </a:tr>
              <a:tr h="388945"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BL_2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Peri_BL_101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0.50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00" marR="6350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500"/>
                        </a:spcAft>
                        <a:buNone/>
                      </a:pPr>
                      <a:r>
                        <a:rPr cap="none" sz="1100" i="0" b="0" u="none" strike="noStrike">
                          <a:solidFill>
                            <a:srgbClr val="FF0000">
                              <a:alpha val="100000"/>
                            </a:srgbClr>
                          </a:solidFill>
                          <a:latin typeface="Arial"/>
                          <a:cs typeface="Arial"/>
                          <a:ea typeface="Arial"/>
                          <a:sym typeface="Arial"/>
                        </a:rPr>
                        <a:t>Up</a:t>
                      </a:r>
                    </a:p>
                  </a:txBody>
                  <a:tcPr anchor="ctr" marB="63500" marT="63500" marR="0" marL="0">
                    <a:lnL algn="ctr" cmpd="sng" cap="flat" w="0">
                      <a:noFill/>
                      <a:prstDash val="solid"/>
                    </a:lnL>
                    <a:lnR algn="ctr" cmpd="sng" cap="flat" w="0">
                      <a:noFill/>
                      <a:prstDash val="solid"/>
                    </a:lnR>
                    <a:lnT algn="ctr" cmpd="sng" cap="flat" w="0">
                      <a:noFill/>
                      <a:prstDash val="solid"/>
                    </a:lnT>
                    <a:lnB algn="ctr" cmpd="sng" cap="flat" w="0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PB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BL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WLS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TCMC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Category: WTC - Top 8 Sigma Delta</a:t>
            </a:r>
          </a:p>
        </p:txBody>
      </p:sp>
      <p:pic>
        <p:nvPicPr>
          <p:cNvPr id="3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457200" y="1097280"/>
            <a:ext cx="2818638" cy="2651760"/>
          </a:xfrm>
          <a:prstGeom prst="rect">
            <a:avLst/>
          </a:prstGeom>
        </p:spPr>
      </p:pic>
      <p:pic>
        <p:nvPicPr>
          <p:cNvPr id="4" name="" descr=""/>
          <p:cNvPicPr>
            <a:picLocks noGrp="1"/>
          </p:cNvPicPr>
          <p:nvPr>
            <p:ph/>
          </p:nvPr>
        </p:nvPicPr>
        <p:blipFill>
          <a:blip r:embed="rId3"/>
          <a:stretch>
            <a:fillRect/>
          </a:stretch>
        </p:blipFill>
        <p:spPr>
          <a:xfrm>
            <a:off x="3275838" y="1097280"/>
            <a:ext cx="2818638" cy="2651760"/>
          </a:xfrm>
          <a:prstGeom prst="rect">
            <a:avLst/>
          </a:prstGeom>
        </p:spPr>
      </p:pic>
      <p:pic>
        <p:nvPicPr>
          <p:cNvPr id="5" name="" descr=""/>
          <p:cNvPicPr>
            <a:picLocks noGrp="1"/>
          </p:cNvPicPr>
          <p:nvPr>
            <p:ph/>
          </p:nvPr>
        </p:nvPicPr>
        <p:blipFill>
          <a:blip r:embed="rId4"/>
          <a:stretch>
            <a:fillRect/>
          </a:stretch>
        </p:blipFill>
        <p:spPr>
          <a:xfrm>
            <a:off x="6094476" y="1097280"/>
            <a:ext cx="2818638" cy="2651760"/>
          </a:xfrm>
          <a:prstGeom prst="rect">
            <a:avLst/>
          </a:prstGeom>
        </p:spPr>
      </p:pic>
      <p:pic>
        <p:nvPicPr>
          <p:cNvPr id="6" name="" descr=""/>
          <p:cNvPicPr>
            <a:picLocks noGrp="1"/>
          </p:cNvPicPr>
          <p:nvPr>
            <p:ph/>
          </p:nvPr>
        </p:nvPicPr>
        <p:blipFill>
          <a:blip r:embed="rId5"/>
          <a:stretch>
            <a:fillRect/>
          </a:stretch>
        </p:blipFill>
        <p:spPr>
          <a:xfrm>
            <a:off x="8913114" y="1097280"/>
            <a:ext cx="2818638" cy="2651760"/>
          </a:xfrm>
          <a:prstGeom prst="rect">
            <a:avLst/>
          </a:prstGeom>
        </p:spPr>
      </p:pic>
      <p:pic>
        <p:nvPicPr>
          <p:cNvPr id="7" name="" descr=""/>
          <p:cNvPicPr>
            <a:picLocks noGrp="1"/>
          </p:cNvPicPr>
          <p:nvPr>
            <p:ph/>
          </p:nvPr>
        </p:nvPicPr>
        <p:blipFill>
          <a:blip r:embed="rId6"/>
          <a:stretch>
            <a:fillRect/>
          </a:stretch>
        </p:blipFill>
        <p:spPr>
          <a:xfrm>
            <a:off x="457200" y="3749040"/>
            <a:ext cx="2818638" cy="2651760"/>
          </a:xfrm>
          <a:prstGeom prst="rect">
            <a:avLst/>
          </a:prstGeom>
        </p:spPr>
      </p:pic>
      <p:pic>
        <p:nvPicPr>
          <p:cNvPr id="8" name="" descr=""/>
          <p:cNvPicPr>
            <a:picLocks noGrp="1"/>
          </p:cNvPicPr>
          <p:nvPr>
            <p:ph/>
          </p:nvPr>
        </p:nvPicPr>
        <p:blipFill>
          <a:blip r:embed="rId7"/>
          <a:stretch>
            <a:fillRect/>
          </a:stretch>
        </p:blipFill>
        <p:spPr>
          <a:xfrm>
            <a:off x="3275838" y="3749040"/>
            <a:ext cx="2818638" cy="2651760"/>
          </a:xfrm>
          <a:prstGeom prst="rect">
            <a:avLst/>
          </a:prstGeom>
        </p:spPr>
      </p:pic>
      <p:pic>
        <p:nvPicPr>
          <p:cNvPr id="9" name="" descr=""/>
          <p:cNvPicPr>
            <a:picLocks noGrp="1"/>
          </p:cNvPicPr>
          <p:nvPr>
            <p:ph/>
          </p:nvPr>
        </p:nvPicPr>
        <p:blipFill>
          <a:blip r:embed="rId8"/>
          <a:stretch>
            <a:fillRect/>
          </a:stretch>
        </p:blipFill>
        <p:spPr>
          <a:xfrm>
            <a:off x="6094476" y="3749040"/>
            <a:ext cx="2818638" cy="2651760"/>
          </a:xfrm>
          <a:prstGeom prst="rect">
            <a:avLst/>
          </a:prstGeom>
        </p:spPr>
      </p:pic>
      <p:pic>
        <p:nvPicPr>
          <p:cNvPr id="10" name="" descr=""/>
          <p:cNvPicPr>
            <a:picLocks noGrp="1"/>
          </p:cNvPicPr>
          <p:nvPr>
            <p:ph/>
          </p:nvPr>
        </p:nvPicPr>
        <p:blipFill>
          <a:blip r:embed="rId9"/>
          <a:stretch>
            <a:fillRect/>
          </a:stretch>
        </p:blipFill>
        <p:spPr>
          <a:xfrm>
            <a:off x="8913114" y="3749040"/>
            <a:ext cx="2818638" cy="2651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2026-06-03T15:51:02Z</dcterms:modified>
  <cp:category/>
</cp:coreProperties>
</file>