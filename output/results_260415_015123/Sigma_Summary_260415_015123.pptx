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3" Type="http://schemas.openxmlformats.org/officeDocument/2006/relationships/presProps" Target="presProps.xml"/>
<Relationship Id="rId4" Type="http://schemas.openxmlformats.org/officeDocument/2006/relationships/viewProps" Target="viewProps.xml"/>
<Relationship Id="rId5" Type="http://schemas.openxmlformats.org/officeDocument/2006/relationships/theme" Target="theme/theme1.xml"/>
<Relationship Id="rId6" Type="http://schemas.openxmlformats.org/officeDocument/2006/relationships/tableStyles" Target="tableStyles.xml"/>
<Relationship Id="rId7" Type="http://schemas.openxmlformats.org/officeDocument/2006/relationships/slide" Target="slides/slide1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Relationship Id="rId13" Type="http://schemas.openxmlformats.org/officeDocument/2006/relationships/slide" Target="slides/slide7.xml"/>
</Relationships>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c069431e5195d4147eb92a7f16ccb832477b8706.png"/>
<Relationship Id="rId3" Type="http://schemas.openxmlformats.org/officeDocument/2006/relationships/image" Target="../media/2520fab3745f6110697fd5ec2f01218f2c075609.png"/>
<Relationship Id="rId4" Type="http://schemas.openxmlformats.org/officeDocument/2006/relationships/image" Target="../media/e54601f233cd1a9e0c554ed9d1aac8f4f4e7a796.png"/>
<Relationship Id="rId5" Type="http://schemas.openxmlformats.org/officeDocument/2006/relationships/image" Target="../media/255f809a8fcb5d44234aac9d2208aa59396906da.png"/>
<Relationship Id="rId6" Type="http://schemas.openxmlformats.org/officeDocument/2006/relationships/image" Target="../media/41f508d94df4494178aa277c91caa8c5a398c9d9.png"/>
<Relationship Id="rId7" Type="http://schemas.openxmlformats.org/officeDocument/2006/relationships/image" Target="../media/072a33caf8e355ef6c4a61f3b1643befb3c4e16f.png"/>
<Relationship Id="rId8" Type="http://schemas.openxmlformats.org/officeDocument/2006/relationships/image" Target="../media/dd8126e4c2926af92ebbb1002c82a03fbc0fdce0.png"/>
<Relationship Id="rId9" Type="http://schemas.openxmlformats.org/officeDocument/2006/relationships/image" Target="../media/5808a0ba9a722f5410d1b26a84d9139e66f7d855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c6c5359e70b51f89590d3d5873d13b19dca8903d.png"/>
<Relationship Id="rId3" Type="http://schemas.openxmlformats.org/officeDocument/2006/relationships/image" Target="../media/40279e4f4ba3e876f9e5b0a5e2dc226ff66fb551.png"/>
<Relationship Id="rId4" Type="http://schemas.openxmlformats.org/officeDocument/2006/relationships/image" Target="../media/37de68e419be8d42845e9a35f9de72c0d6b30cc5.png"/>
<Relationship Id="rId5" Type="http://schemas.openxmlformats.org/officeDocument/2006/relationships/image" Target="../media/2931e16952ea4eaf209e06a26ebc6f5bc8d5dbc3.png"/>
<Relationship Id="rId6" Type="http://schemas.openxmlformats.org/officeDocument/2006/relationships/image" Target="../media/652d14bd622a42aa85db1f2b7190cc15f799b59b.png"/>
<Relationship Id="rId7" Type="http://schemas.openxmlformats.org/officeDocument/2006/relationships/image" Target="../media/93877e79d58dae2763d7f36b07495704420750a8.png"/>
<Relationship Id="rId8" Type="http://schemas.openxmlformats.org/officeDocument/2006/relationships/image" Target="../media/dd4bb1dffb19628de3c9fbd6ff02186538cca23a.png"/>
<Relationship Id="rId9" Type="http://schemas.openxmlformats.org/officeDocument/2006/relationships/image" Target="../media/7faf1842151f9ed6b565a67d97c39205207987c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a062a8ab0635c572f89d9b9a344485f6e32eab6.png"/>
<Relationship Id="rId3" Type="http://schemas.openxmlformats.org/officeDocument/2006/relationships/image" Target="../media/96db0d20032a222b4967674d250c8d51f501f07e.png"/>
<Relationship Id="rId4" Type="http://schemas.openxmlformats.org/officeDocument/2006/relationships/image" Target="../media/213876cc9decd0d53d4fe060836382c2e46a3ecd.png"/>
<Relationship Id="rId5" Type="http://schemas.openxmlformats.org/officeDocument/2006/relationships/image" Target="../media/486ee43304eaa5bb7b487033cdf013a744b4e113.png"/>
<Relationship Id="rId6" Type="http://schemas.openxmlformats.org/officeDocument/2006/relationships/image" Target="../media/1a601494f9b949dac064baa07ae1fdb3c113daac.png"/>
<Relationship Id="rId7" Type="http://schemas.openxmlformats.org/officeDocument/2006/relationships/image" Target="../media/ff49bdd4ea68dc48c84d5116c6acb0addd678f8b.png"/>
<Relationship Id="rId8" Type="http://schemas.openxmlformats.org/officeDocument/2006/relationships/image" Target="../media/2c2b8d3dc25c6ead9afc06e3a448040767d076e4.png"/>
<Relationship Id="rId9" Type="http://schemas.openxmlformats.org/officeDocument/2006/relationships/image" Target="../media/c5d1bd676d02c2e7685ccc64c337b46740d5a2d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696cfcbb528a147b431bf44728fa195b38561112.png"/>
<Relationship Id="rId3" Type="http://schemas.openxmlformats.org/officeDocument/2006/relationships/image" Target="../media/497591da9093915e895d8b6d58fac972fb61d5fb.png"/>
<Relationship Id="rId4" Type="http://schemas.openxmlformats.org/officeDocument/2006/relationships/image" Target="../media/1689bda4914e3d6d4aca0a8219282376b44066c4.png"/>
<Relationship Id="rId5" Type="http://schemas.openxmlformats.org/officeDocument/2006/relationships/image" Target="../media/11bc6b82d676487f1e302eefa464b0b1f0101b78.png"/>
<Relationship Id="rId6" Type="http://schemas.openxmlformats.org/officeDocument/2006/relationships/image" Target="../media/c9611870993152fc7554396dc3f9a5104e1ba953.png"/>
<Relationship Id="rId7" Type="http://schemas.openxmlformats.org/officeDocument/2006/relationships/image" Target="../media/a36e2436f54ff1f734f91b01d632507bbdd404f8.png"/>
<Relationship Id="rId8" Type="http://schemas.openxmlformats.org/officeDocument/2006/relationships/image" Target="../media/6f0622be4877197f66e85d65cef36bb662e4b5d6.png"/>
<Relationship Id="rId9" Type="http://schemas.openxmlformats.org/officeDocument/2006/relationships/image" Target="../media/cbe6223067f2f859084f91889f306ea1863c5bc4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2b316d7c0f6a1f9ea9467fa5fc2423a2c9f9a6ba.png"/>
<Relationship Id="rId3" Type="http://schemas.openxmlformats.org/officeDocument/2006/relationships/image" Target="../media/6435dc37ac653d0503c12f4f4db243b05bc625fe.png"/>
<Relationship Id="rId4" Type="http://schemas.openxmlformats.org/officeDocument/2006/relationships/image" Target="../media/2362b33e78eda8b227671f207a9e28c2c8d63c9d.png"/>
<Relationship Id="rId5" Type="http://schemas.openxmlformats.org/officeDocument/2006/relationships/image" Target="../media/a5484e729945ae4140b0ec8b8ab09fcdf41c2482.png"/>
<Relationship Id="rId6" Type="http://schemas.openxmlformats.org/officeDocument/2006/relationships/image" Target="../media/fb24f7bcb4c56783336b3c1a907ea552a13e0976.png"/>
<Relationship Id="rId7" Type="http://schemas.openxmlformats.org/officeDocument/2006/relationships/image" Target="../media/485ce7fbf5b1fa1b828c8fc00a4ef95e8b8a8947.png"/>
<Relationship Id="rId8" Type="http://schemas.openxmlformats.org/officeDocument/2006/relationships/image" Target="../media/e39920c8e830eb3a21b403aea9b3ff3b29b31e07.png"/>
<Relationship Id="rId9" Type="http://schemas.openxmlformats.org/officeDocument/2006/relationships/image" Target="../media/ad3e340e5c19558282980122517647891e7d9619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Flagged Items Summary (1/2)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610228"/>
                <a:gridCol w="664253"/>
                <a:gridCol w="819642"/>
                <a:gridCol w="1293380"/>
                <a:gridCol w="649041"/>
                <a:gridCol w="454839"/>
              </a:tblGrid>
              <a:tr h="364252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MSR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Peri_PB_004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Cell_WLS_196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Cell_WTC_290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Peri_PB_034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Cell_WTC_271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Flagged Items Summary (2/2)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610228"/>
                <a:gridCol w="563570"/>
                <a:gridCol w="718891"/>
                <a:gridCol w="1192630"/>
                <a:gridCol w="649041"/>
                <a:gridCol w="454839"/>
              </a:tblGrid>
              <a:tr h="364252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MSR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Cell_WLS_193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PB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BL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WLS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TCMC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WTC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2026-04-15T01:51:41Z</dcterms:modified>
  <cp:category/>
</cp:coreProperties>
</file>